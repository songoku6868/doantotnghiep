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0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97" r:id="rId6"/>
    <p:sldId id="299" r:id="rId7"/>
    <p:sldId id="319" r:id="rId8"/>
    <p:sldId id="318" r:id="rId9"/>
    <p:sldId id="310" r:id="rId10"/>
    <p:sldId id="313" r:id="rId11"/>
    <p:sldId id="314" r:id="rId12"/>
    <p:sldId id="312" r:id="rId13"/>
    <p:sldId id="317" r:id="rId14"/>
    <p:sldId id="325" r:id="rId15"/>
    <p:sldId id="315" r:id="rId16"/>
    <p:sldId id="316" r:id="rId17"/>
    <p:sldId id="320" r:id="rId18"/>
    <p:sldId id="321" r:id="rId19"/>
    <p:sldId id="302" r:id="rId20"/>
    <p:sldId id="277" r:id="rId21"/>
    <p:sldId id="322" r:id="rId22"/>
    <p:sldId id="324" r:id="rId23"/>
    <p:sldId id="323" r:id="rId24"/>
    <p:sldId id="304" r:id="rId25"/>
    <p:sldId id="309" r:id="rId26"/>
  </p:sldIdLst>
  <p:sldSz cx="9144000" cy="5143500" type="screen16x9"/>
  <p:notesSz cx="6858000" cy="9144000"/>
  <p:embeddedFontLst>
    <p:embeddedFont>
      <p:font typeface="Advent Pro SemiBold" panose="020B0604020202020204" charset="0"/>
      <p:regular r:id="rId28"/>
      <p:bold r:id="rId29"/>
      <p:italic r:id="rId30"/>
      <p:boldItalic r:id="rId31"/>
    </p:embeddedFont>
    <p:embeddedFont>
      <p:font typeface="Fira Sans Extra Condensed Medium" panose="020B0604020202020204" charset="0"/>
      <p:regular r:id="rId32"/>
      <p:bold r:id="rId33"/>
      <p:italic r:id="rId34"/>
      <p:boldItalic r:id="rId35"/>
    </p:embeddedFont>
    <p:embeddedFont>
      <p:font typeface="Livvic Light" pitchFamily="2" charset="0"/>
      <p:regular r:id="rId36"/>
      <p:italic r:id="rId37"/>
    </p:embeddedFont>
    <p:embeddedFont>
      <p:font typeface="Maven Pro" panose="020B0604020202020204" charset="0"/>
      <p:regular r:id="rId38"/>
      <p:bold r:id="rId39"/>
    </p:embeddedFont>
    <p:embeddedFont>
      <p:font typeface="Montserrat" panose="00000500000000000000" pitchFamily="2" charset="0"/>
      <p:regular r:id="rId40"/>
      <p:bold r:id="rId41"/>
      <p:italic r:id="rId42"/>
      <p:boldItalic r:id="rId43"/>
    </p:embeddedFont>
    <p:embeddedFont>
      <p:font typeface="Montserrat ExtraBold" panose="00000900000000000000" pitchFamily="2" charset="0"/>
      <p:bold r:id="rId44"/>
      <p:boldItalic r:id="rId45"/>
    </p:embeddedFont>
    <p:embeddedFont>
      <p:font typeface="Nunito Light" pitchFamily="2" charset="0"/>
      <p:regular r:id="rId46"/>
      <p:italic r:id="rId47"/>
    </p:embeddedFont>
    <p:embeddedFont>
      <p:font typeface="Share Tech" panose="020B0604020202020204" charset="0"/>
      <p:regular r:id="rId4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7D31"/>
    <a:srgbClr val="64C0F4"/>
    <a:srgbClr val="B17D3A"/>
    <a:srgbClr val="EF8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5C6C2A6-D887-4B3C-8B4C-EC4E8DC91FE6}">
  <a:tblStyle styleId="{25C6C2A6-D887-4B3C-8B4C-EC4E8DC91FE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798" autoAdjust="0"/>
    <p:restoredTop sz="94386" autoAdjust="0"/>
  </p:normalViewPr>
  <p:slideViewPr>
    <p:cSldViewPr snapToGrid="0">
      <p:cViewPr>
        <p:scale>
          <a:sx n="75" d="100"/>
          <a:sy n="75" d="100"/>
        </p:scale>
        <p:origin x="2256" y="4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2.fntdata"/><Relationship Id="rId21" Type="http://schemas.openxmlformats.org/officeDocument/2006/relationships/slide" Target="slides/slide20.xml"/><Relationship Id="rId34" Type="http://schemas.openxmlformats.org/officeDocument/2006/relationships/font" Target="fonts/font7.fntdata"/><Relationship Id="rId42" Type="http://schemas.openxmlformats.org/officeDocument/2006/relationships/font" Target="fonts/font15.fntdata"/><Relationship Id="rId47" Type="http://schemas.openxmlformats.org/officeDocument/2006/relationships/font" Target="fonts/font20.fntdata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2.fntdata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5.fntdata"/><Relationship Id="rId37" Type="http://schemas.openxmlformats.org/officeDocument/2006/relationships/font" Target="fonts/font10.fntdata"/><Relationship Id="rId40" Type="http://schemas.openxmlformats.org/officeDocument/2006/relationships/font" Target="fonts/font13.fntdata"/><Relationship Id="rId45" Type="http://schemas.openxmlformats.org/officeDocument/2006/relationships/font" Target="fonts/font18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1.fntdata"/><Relationship Id="rId36" Type="http://schemas.openxmlformats.org/officeDocument/2006/relationships/font" Target="fonts/font9.fntdata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4.fntdata"/><Relationship Id="rId44" Type="http://schemas.openxmlformats.org/officeDocument/2006/relationships/font" Target="fonts/font17.fntdata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font" Target="fonts/font3.fntdata"/><Relationship Id="rId35" Type="http://schemas.openxmlformats.org/officeDocument/2006/relationships/font" Target="fonts/font8.fntdata"/><Relationship Id="rId43" Type="http://schemas.openxmlformats.org/officeDocument/2006/relationships/font" Target="fonts/font16.fntdata"/><Relationship Id="rId48" Type="http://schemas.openxmlformats.org/officeDocument/2006/relationships/font" Target="fonts/font21.fntdata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6.fntdata"/><Relationship Id="rId38" Type="http://schemas.openxmlformats.org/officeDocument/2006/relationships/font" Target="fonts/font11.fntdata"/><Relationship Id="rId46" Type="http://schemas.openxmlformats.org/officeDocument/2006/relationships/font" Target="fonts/font19.fntdata"/><Relationship Id="rId20" Type="http://schemas.openxmlformats.org/officeDocument/2006/relationships/slide" Target="slides/slide19.xml"/><Relationship Id="rId41" Type="http://schemas.openxmlformats.org/officeDocument/2006/relationships/font" Target="fonts/font1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g6c52a2e8d8_0_1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2" name="Google Shape;432;g6c52a2e8d8_0_1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g6c60e245bf_1_318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3" name="Google Shape;463;g6c60e245bf_1_318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6c4305b01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9" name="Google Shape;469;g6c4305b01e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g6c4305b01e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4" name="Google Shape;504;g6c4305b01e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>
          <a:extLst>
            <a:ext uri="{FF2B5EF4-FFF2-40B4-BE49-F238E27FC236}">
              <a16:creationId xmlns:a16="http://schemas.microsoft.com/office/drawing/2014/main" id="{C15040F8-ED49-F48D-FC04-8F6C684B87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6c4305b01e_0_0:notes">
            <a:extLst>
              <a:ext uri="{FF2B5EF4-FFF2-40B4-BE49-F238E27FC236}">
                <a16:creationId xmlns:a16="http://schemas.microsoft.com/office/drawing/2014/main" id="{D904F9B5-2E3C-C05E-40DA-CF4C5929650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9" name="Google Shape;469;g6c4305b01e_0_0:notes">
            <a:extLst>
              <a:ext uri="{FF2B5EF4-FFF2-40B4-BE49-F238E27FC236}">
                <a16:creationId xmlns:a16="http://schemas.microsoft.com/office/drawing/2014/main" id="{80CCC291-4B81-8E6A-3486-5798151011C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464399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>
          <a:extLst>
            <a:ext uri="{FF2B5EF4-FFF2-40B4-BE49-F238E27FC236}">
              <a16:creationId xmlns:a16="http://schemas.microsoft.com/office/drawing/2014/main" id="{4048E915-626A-2785-0435-92E221BD26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6c4305b01e_0_0:notes">
            <a:extLst>
              <a:ext uri="{FF2B5EF4-FFF2-40B4-BE49-F238E27FC236}">
                <a16:creationId xmlns:a16="http://schemas.microsoft.com/office/drawing/2014/main" id="{E75A3FB6-6301-365B-2B28-4B177EA2080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9" name="Google Shape;469;g6c4305b01e_0_0:notes">
            <a:extLst>
              <a:ext uri="{FF2B5EF4-FFF2-40B4-BE49-F238E27FC236}">
                <a16:creationId xmlns:a16="http://schemas.microsoft.com/office/drawing/2014/main" id="{588C1C9E-5254-DD48-EB03-620AFC6D75F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142424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>
          <a:extLst>
            <a:ext uri="{FF2B5EF4-FFF2-40B4-BE49-F238E27FC236}">
              <a16:creationId xmlns:a16="http://schemas.microsoft.com/office/drawing/2014/main" id="{BA63B78F-07E7-EA7D-C8C7-FD21680951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6c4305b01e_0_0:notes">
            <a:extLst>
              <a:ext uri="{FF2B5EF4-FFF2-40B4-BE49-F238E27FC236}">
                <a16:creationId xmlns:a16="http://schemas.microsoft.com/office/drawing/2014/main" id="{EC249AC1-F8CA-04F2-9595-E1E87E927EF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9" name="Google Shape;469;g6c4305b01e_0_0:notes">
            <a:extLst>
              <a:ext uri="{FF2B5EF4-FFF2-40B4-BE49-F238E27FC236}">
                <a16:creationId xmlns:a16="http://schemas.microsoft.com/office/drawing/2014/main" id="{792E41AE-3576-5F16-393B-C5CC454A5C3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6026977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>
          <a:extLst>
            <a:ext uri="{FF2B5EF4-FFF2-40B4-BE49-F238E27FC236}">
              <a16:creationId xmlns:a16="http://schemas.microsoft.com/office/drawing/2014/main" id="{BFE47885-E200-571A-66F8-2B0B4C028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6c4305b01e_0_0:notes">
            <a:extLst>
              <a:ext uri="{FF2B5EF4-FFF2-40B4-BE49-F238E27FC236}">
                <a16:creationId xmlns:a16="http://schemas.microsoft.com/office/drawing/2014/main" id="{A6FD9D7C-9521-51AE-8281-199050758F2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9" name="Google Shape;469;g6c4305b01e_0_0:notes">
            <a:extLst>
              <a:ext uri="{FF2B5EF4-FFF2-40B4-BE49-F238E27FC236}">
                <a16:creationId xmlns:a16="http://schemas.microsoft.com/office/drawing/2014/main" id="{C448832B-B828-2F9C-27FB-AE6C45FEAF7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8280076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>
          <a:extLst>
            <a:ext uri="{FF2B5EF4-FFF2-40B4-BE49-F238E27FC236}">
              <a16:creationId xmlns:a16="http://schemas.microsoft.com/office/drawing/2014/main" id="{E35B5EBB-AF53-A2ED-FF3D-6C6B6BAC21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6c4305b01e_0_0:notes">
            <a:extLst>
              <a:ext uri="{FF2B5EF4-FFF2-40B4-BE49-F238E27FC236}">
                <a16:creationId xmlns:a16="http://schemas.microsoft.com/office/drawing/2014/main" id="{CA4E5700-AF13-2762-A922-5055DFB01BA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9" name="Google Shape;469;g6c4305b01e_0_0:notes">
            <a:extLst>
              <a:ext uri="{FF2B5EF4-FFF2-40B4-BE49-F238E27FC236}">
                <a16:creationId xmlns:a16="http://schemas.microsoft.com/office/drawing/2014/main" id="{51DC9EAF-F936-753F-39A5-8299741505C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7229968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>
          <a:extLst>
            <a:ext uri="{FF2B5EF4-FFF2-40B4-BE49-F238E27FC236}">
              <a16:creationId xmlns:a16="http://schemas.microsoft.com/office/drawing/2014/main" id="{8690CB11-4EF9-33F8-3685-FCD04995F3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6c4305b01e_0_0:notes">
            <a:extLst>
              <a:ext uri="{FF2B5EF4-FFF2-40B4-BE49-F238E27FC236}">
                <a16:creationId xmlns:a16="http://schemas.microsoft.com/office/drawing/2014/main" id="{BD35B209-7BE9-07A1-4CFE-21C35B4504B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9" name="Google Shape;469;g6c4305b01e_0_0:notes">
            <a:extLst>
              <a:ext uri="{FF2B5EF4-FFF2-40B4-BE49-F238E27FC236}">
                <a16:creationId xmlns:a16="http://schemas.microsoft.com/office/drawing/2014/main" id="{5630DC41-B30D-BD94-A3FE-AE028AE9D6D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757664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>
          <a:extLst>
            <a:ext uri="{FF2B5EF4-FFF2-40B4-BE49-F238E27FC236}">
              <a16:creationId xmlns:a16="http://schemas.microsoft.com/office/drawing/2014/main" id="{B5655C77-C1F9-F8C7-C048-782A3A7360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6c4305b01e_0_0:notes">
            <a:extLst>
              <a:ext uri="{FF2B5EF4-FFF2-40B4-BE49-F238E27FC236}">
                <a16:creationId xmlns:a16="http://schemas.microsoft.com/office/drawing/2014/main" id="{0F977F9F-351A-018A-4D5E-5986F9D8084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9" name="Google Shape;469;g6c4305b01e_0_0:notes">
            <a:extLst>
              <a:ext uri="{FF2B5EF4-FFF2-40B4-BE49-F238E27FC236}">
                <a16:creationId xmlns:a16="http://schemas.microsoft.com/office/drawing/2014/main" id="{90F244FB-62DD-0D66-2D29-6F4F2636B8F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1072270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>
          <a:extLst>
            <a:ext uri="{FF2B5EF4-FFF2-40B4-BE49-F238E27FC236}">
              <a16:creationId xmlns:a16="http://schemas.microsoft.com/office/drawing/2014/main" id="{2CB2B3AA-354D-82C2-1389-ED016FC43F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6c4305b01e_0_0:notes">
            <a:extLst>
              <a:ext uri="{FF2B5EF4-FFF2-40B4-BE49-F238E27FC236}">
                <a16:creationId xmlns:a16="http://schemas.microsoft.com/office/drawing/2014/main" id="{78BD980C-0F70-5DF8-8C6C-7601C21986A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9" name="Google Shape;469;g6c4305b01e_0_0:notes">
            <a:extLst>
              <a:ext uri="{FF2B5EF4-FFF2-40B4-BE49-F238E27FC236}">
                <a16:creationId xmlns:a16="http://schemas.microsoft.com/office/drawing/2014/main" id="{A3154F4C-BC04-0AE4-925D-567D8D2A028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2874935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>
          <a:extLst>
            <a:ext uri="{FF2B5EF4-FFF2-40B4-BE49-F238E27FC236}">
              <a16:creationId xmlns:a16="http://schemas.microsoft.com/office/drawing/2014/main" id="{DCB8054F-BCE9-B710-28E2-7D91465CD0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6c4305b01e_0_0:notes">
            <a:extLst>
              <a:ext uri="{FF2B5EF4-FFF2-40B4-BE49-F238E27FC236}">
                <a16:creationId xmlns:a16="http://schemas.microsoft.com/office/drawing/2014/main" id="{6DD1B985-8A1A-5C32-6BE3-844E533DD30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9" name="Google Shape;469;g6c4305b01e_0_0:notes">
            <a:extLst>
              <a:ext uri="{FF2B5EF4-FFF2-40B4-BE49-F238E27FC236}">
                <a16:creationId xmlns:a16="http://schemas.microsoft.com/office/drawing/2014/main" id="{074B2EBF-E4E7-750E-DE8C-C13CF71090D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2178148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>
          <a:extLst>
            <a:ext uri="{FF2B5EF4-FFF2-40B4-BE49-F238E27FC236}">
              <a16:creationId xmlns:a16="http://schemas.microsoft.com/office/drawing/2014/main" id="{8C61B102-C3B5-6D30-1A84-5A2E1A4841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6c4305b01e_0_0:notes">
            <a:extLst>
              <a:ext uri="{FF2B5EF4-FFF2-40B4-BE49-F238E27FC236}">
                <a16:creationId xmlns:a16="http://schemas.microsoft.com/office/drawing/2014/main" id="{78FB5F3E-8EA8-7476-3498-DD2FCFB4A0D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9" name="Google Shape;469;g6c4305b01e_0_0:notes">
            <a:extLst>
              <a:ext uri="{FF2B5EF4-FFF2-40B4-BE49-F238E27FC236}">
                <a16:creationId xmlns:a16="http://schemas.microsoft.com/office/drawing/2014/main" id="{C33FB004-EB33-1E6C-47D0-742716B4C73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5099596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>
          <a:extLst>
            <a:ext uri="{FF2B5EF4-FFF2-40B4-BE49-F238E27FC236}">
              <a16:creationId xmlns:a16="http://schemas.microsoft.com/office/drawing/2014/main" id="{A8FA3FBE-E00E-D030-7963-F7664F1515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6c4305b01e_0_0:notes">
            <a:extLst>
              <a:ext uri="{FF2B5EF4-FFF2-40B4-BE49-F238E27FC236}">
                <a16:creationId xmlns:a16="http://schemas.microsoft.com/office/drawing/2014/main" id="{F617FFE2-915D-8CDE-549C-1D64A0ACA6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9" name="Google Shape;469;g6c4305b01e_0_0:notes">
            <a:extLst>
              <a:ext uri="{FF2B5EF4-FFF2-40B4-BE49-F238E27FC236}">
                <a16:creationId xmlns:a16="http://schemas.microsoft.com/office/drawing/2014/main" id="{9C48914E-4057-D745-5B07-2DC1BD216A7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9325367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>
          <a:extLst>
            <a:ext uri="{FF2B5EF4-FFF2-40B4-BE49-F238E27FC236}">
              <a16:creationId xmlns:a16="http://schemas.microsoft.com/office/drawing/2014/main" id="{B5A6D601-B25A-FEC3-E919-DEB1735BCF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6c4305b01e_0_0:notes">
            <a:extLst>
              <a:ext uri="{FF2B5EF4-FFF2-40B4-BE49-F238E27FC236}">
                <a16:creationId xmlns:a16="http://schemas.microsoft.com/office/drawing/2014/main" id="{95F8AF7F-930E-C928-8AEF-BF6164413E8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9" name="Google Shape;469;g6c4305b01e_0_0:notes">
            <a:extLst>
              <a:ext uri="{FF2B5EF4-FFF2-40B4-BE49-F238E27FC236}">
                <a16:creationId xmlns:a16="http://schemas.microsoft.com/office/drawing/2014/main" id="{ED164C9D-EEE2-E7D0-156F-A94FD9FA149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9129319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>
          <a:extLst>
            <a:ext uri="{FF2B5EF4-FFF2-40B4-BE49-F238E27FC236}">
              <a16:creationId xmlns:a16="http://schemas.microsoft.com/office/drawing/2014/main" id="{0A06B812-3EA4-DBA0-3228-3AB24EE458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6c4305b01e_0_0:notes">
            <a:extLst>
              <a:ext uri="{FF2B5EF4-FFF2-40B4-BE49-F238E27FC236}">
                <a16:creationId xmlns:a16="http://schemas.microsoft.com/office/drawing/2014/main" id="{F31760AE-1CB1-50DD-A476-5FABF415286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9" name="Google Shape;469;g6c4305b01e_0_0:notes">
            <a:extLst>
              <a:ext uri="{FF2B5EF4-FFF2-40B4-BE49-F238E27FC236}">
                <a16:creationId xmlns:a16="http://schemas.microsoft.com/office/drawing/2014/main" id="{BD4A4053-B134-C882-DB42-8F3771198DD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206611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>
          <a:extLst>
            <a:ext uri="{FF2B5EF4-FFF2-40B4-BE49-F238E27FC236}">
              <a16:creationId xmlns:a16="http://schemas.microsoft.com/office/drawing/2014/main" id="{6F518EAE-CEA2-A3DD-8BC4-D657BC0A6A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6c4305b01e_0_0:notes">
            <a:extLst>
              <a:ext uri="{FF2B5EF4-FFF2-40B4-BE49-F238E27FC236}">
                <a16:creationId xmlns:a16="http://schemas.microsoft.com/office/drawing/2014/main" id="{EEE26577-BD5F-A8CB-C85B-D1593DAFE62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9" name="Google Shape;469;g6c4305b01e_0_0:notes">
            <a:extLst>
              <a:ext uri="{FF2B5EF4-FFF2-40B4-BE49-F238E27FC236}">
                <a16:creationId xmlns:a16="http://schemas.microsoft.com/office/drawing/2014/main" id="{2CF3197D-EE91-5E39-7375-4B751A5A37D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3641174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>
          <a:extLst>
            <a:ext uri="{FF2B5EF4-FFF2-40B4-BE49-F238E27FC236}">
              <a16:creationId xmlns:a16="http://schemas.microsoft.com/office/drawing/2014/main" id="{4A631C01-C34F-A8EF-B4B7-4020985A34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6c4305b01e_0_0:notes">
            <a:extLst>
              <a:ext uri="{FF2B5EF4-FFF2-40B4-BE49-F238E27FC236}">
                <a16:creationId xmlns:a16="http://schemas.microsoft.com/office/drawing/2014/main" id="{B28EB179-6E2C-71EE-983D-B9A0BC65A02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9" name="Google Shape;469;g6c4305b01e_0_0:notes">
            <a:extLst>
              <a:ext uri="{FF2B5EF4-FFF2-40B4-BE49-F238E27FC236}">
                <a16:creationId xmlns:a16="http://schemas.microsoft.com/office/drawing/2014/main" id="{F3772964-83D1-E6D3-47C2-E57E0068F72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2926569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5" name="Google Shape;1325;g6c60e245bf_1_313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6" name="Google Shape;1326;g6c60e245bf_1_313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4">
          <a:extLst>
            <a:ext uri="{FF2B5EF4-FFF2-40B4-BE49-F238E27FC236}">
              <a16:creationId xmlns:a16="http://schemas.microsoft.com/office/drawing/2014/main" id="{E60E536D-B8F9-61E3-468C-834A1C5DA6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5" name="Google Shape;1325;g6c60e245bf_1_31393:notes">
            <a:extLst>
              <a:ext uri="{FF2B5EF4-FFF2-40B4-BE49-F238E27FC236}">
                <a16:creationId xmlns:a16="http://schemas.microsoft.com/office/drawing/2014/main" id="{7ED9E000-BF80-9A5F-7628-406066A40D3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6" name="Google Shape;1326;g6c60e245bf_1_31393:notes">
            <a:extLst>
              <a:ext uri="{FF2B5EF4-FFF2-40B4-BE49-F238E27FC236}">
                <a16:creationId xmlns:a16="http://schemas.microsoft.com/office/drawing/2014/main" id="{71BEFEB4-D24D-BFF8-F7FF-0412E6CCE51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9303269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4">
          <a:extLst>
            <a:ext uri="{FF2B5EF4-FFF2-40B4-BE49-F238E27FC236}">
              <a16:creationId xmlns:a16="http://schemas.microsoft.com/office/drawing/2014/main" id="{CC287FFA-B53C-11C9-4E24-A6F2567921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5" name="Google Shape;1325;g6c60e245bf_1_31393:notes">
            <a:extLst>
              <a:ext uri="{FF2B5EF4-FFF2-40B4-BE49-F238E27FC236}">
                <a16:creationId xmlns:a16="http://schemas.microsoft.com/office/drawing/2014/main" id="{39EE8A93-A26E-B907-799A-7895D57F99A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6" name="Google Shape;1326;g6c60e245bf_1_31393:notes">
            <a:extLst>
              <a:ext uri="{FF2B5EF4-FFF2-40B4-BE49-F238E27FC236}">
                <a16:creationId xmlns:a16="http://schemas.microsoft.com/office/drawing/2014/main" id="{9AE66FF4-8BC4-757E-0D57-6AA654208BE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9651557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4">
          <a:extLst>
            <a:ext uri="{FF2B5EF4-FFF2-40B4-BE49-F238E27FC236}">
              <a16:creationId xmlns:a16="http://schemas.microsoft.com/office/drawing/2014/main" id="{25C0C2EE-DB40-7B19-4252-61777FD307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5" name="Google Shape;1325;g6c60e245bf_1_31393:notes">
            <a:extLst>
              <a:ext uri="{FF2B5EF4-FFF2-40B4-BE49-F238E27FC236}">
                <a16:creationId xmlns:a16="http://schemas.microsoft.com/office/drawing/2014/main" id="{D8F698EE-0277-72F5-07BF-DEC15DF7C71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6" name="Google Shape;1326;g6c60e245bf_1_31393:notes">
            <a:extLst>
              <a:ext uri="{FF2B5EF4-FFF2-40B4-BE49-F238E27FC236}">
                <a16:creationId xmlns:a16="http://schemas.microsoft.com/office/drawing/2014/main" id="{A5AB995B-26EC-9800-9006-3A7486EE245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1404560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4">
          <a:extLst>
            <a:ext uri="{FF2B5EF4-FFF2-40B4-BE49-F238E27FC236}">
              <a16:creationId xmlns:a16="http://schemas.microsoft.com/office/drawing/2014/main" id="{27C96332-994D-2F6A-B608-310FF1192E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5" name="Google Shape;1325;g6c60e245bf_1_31393:notes">
            <a:extLst>
              <a:ext uri="{FF2B5EF4-FFF2-40B4-BE49-F238E27FC236}">
                <a16:creationId xmlns:a16="http://schemas.microsoft.com/office/drawing/2014/main" id="{44CE9B68-51D4-6177-A614-BCA7AA3D8E6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6" name="Google Shape;1326;g6c60e245bf_1_31393:notes">
            <a:extLst>
              <a:ext uri="{FF2B5EF4-FFF2-40B4-BE49-F238E27FC236}">
                <a16:creationId xmlns:a16="http://schemas.microsoft.com/office/drawing/2014/main" id="{6B07A697-FF92-9BC2-9275-06710ACDE11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4426593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4">
          <a:extLst>
            <a:ext uri="{FF2B5EF4-FFF2-40B4-BE49-F238E27FC236}">
              <a16:creationId xmlns:a16="http://schemas.microsoft.com/office/drawing/2014/main" id="{69906DB4-1ECB-79C2-7BD0-97518E327B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5" name="Google Shape;1325;g6c60e245bf_1_31393:notes">
            <a:extLst>
              <a:ext uri="{FF2B5EF4-FFF2-40B4-BE49-F238E27FC236}">
                <a16:creationId xmlns:a16="http://schemas.microsoft.com/office/drawing/2014/main" id="{0B2BD2C2-7A07-EF3B-B16E-EB70D894496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6" name="Google Shape;1326;g6c60e245bf_1_31393:notes">
            <a:extLst>
              <a:ext uri="{FF2B5EF4-FFF2-40B4-BE49-F238E27FC236}">
                <a16:creationId xmlns:a16="http://schemas.microsoft.com/office/drawing/2014/main" id="{E5199AA9-0FCB-9830-AD18-4FB2D766E98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586414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1561650" y="751888"/>
            <a:ext cx="60207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2924250" y="2804488"/>
            <a:ext cx="32955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1060456" y="1158638"/>
            <a:ext cx="121198" cy="121434"/>
          </a:xfrm>
          <a:custGeom>
            <a:avLst/>
            <a:gdLst/>
            <a:ahLst/>
            <a:cxnLst/>
            <a:rect l="l" t="t" r="r" b="b"/>
            <a:pathLst>
              <a:path w="4625" h="4634" extrusionOk="0">
                <a:moveTo>
                  <a:pt x="1" y="0"/>
                </a:moveTo>
                <a:lnTo>
                  <a:pt x="1" y="4633"/>
                </a:lnTo>
                <a:lnTo>
                  <a:pt x="4625" y="4633"/>
                </a:lnTo>
                <a:lnTo>
                  <a:pt x="4625" y="0"/>
                </a:lnTo>
                <a:close/>
              </a:path>
            </a:pathLst>
          </a:custGeom>
          <a:solidFill>
            <a:srgbClr val="E898A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7799740" y="916059"/>
            <a:ext cx="121434" cy="121434"/>
          </a:xfrm>
          <a:custGeom>
            <a:avLst/>
            <a:gdLst/>
            <a:ahLst/>
            <a:cxnLst/>
            <a:rect l="l" t="t" r="r" b="b"/>
            <a:pathLst>
              <a:path w="4634" h="4634" extrusionOk="0">
                <a:moveTo>
                  <a:pt x="0" y="1"/>
                </a:moveTo>
                <a:lnTo>
                  <a:pt x="0" y="4634"/>
                </a:lnTo>
                <a:lnTo>
                  <a:pt x="4633" y="4634"/>
                </a:lnTo>
                <a:lnTo>
                  <a:pt x="4633" y="1"/>
                </a:lnTo>
                <a:close/>
              </a:path>
            </a:pathLst>
          </a:custGeom>
          <a:solidFill>
            <a:srgbClr val="E898A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5257933" y="2452405"/>
            <a:ext cx="57599" cy="57599"/>
          </a:xfrm>
          <a:custGeom>
            <a:avLst/>
            <a:gdLst/>
            <a:ahLst/>
            <a:cxnLst/>
            <a:rect l="l" t="t" r="r" b="b"/>
            <a:pathLst>
              <a:path w="2198" h="2198" fill="none" extrusionOk="0">
                <a:moveTo>
                  <a:pt x="1" y="1"/>
                </a:moveTo>
                <a:lnTo>
                  <a:pt x="2198" y="1"/>
                </a:lnTo>
                <a:lnTo>
                  <a:pt x="2198" y="2198"/>
                </a:lnTo>
                <a:lnTo>
                  <a:pt x="1" y="2198"/>
                </a:lnTo>
                <a:close/>
              </a:path>
            </a:pathLst>
          </a:custGeom>
          <a:noFill/>
          <a:ln w="1375" cap="flat" cmpd="sng">
            <a:solidFill>
              <a:srgbClr val="E898AC"/>
            </a:solidFill>
            <a:prstDash val="solid"/>
            <a:miter lim="9192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2"/>
          <p:cNvSpPr/>
          <p:nvPr/>
        </p:nvSpPr>
        <p:spPr>
          <a:xfrm>
            <a:off x="8710023" y="4821495"/>
            <a:ext cx="98059" cy="98295"/>
          </a:xfrm>
          <a:custGeom>
            <a:avLst/>
            <a:gdLst/>
            <a:ahLst/>
            <a:cxnLst/>
            <a:rect l="l" t="t" r="r" b="b"/>
            <a:pathLst>
              <a:path w="3742" h="3751" fill="none" extrusionOk="0">
                <a:moveTo>
                  <a:pt x="1" y="0"/>
                </a:moveTo>
                <a:lnTo>
                  <a:pt x="3742" y="0"/>
                </a:lnTo>
                <a:lnTo>
                  <a:pt x="3742" y="3750"/>
                </a:lnTo>
                <a:lnTo>
                  <a:pt x="1" y="3750"/>
                </a:lnTo>
                <a:close/>
              </a:path>
            </a:pathLst>
          </a:custGeom>
          <a:noFill/>
          <a:ln w="2975" cap="flat" cmpd="sng">
            <a:solidFill>
              <a:srgbClr val="E898AC"/>
            </a:solidFill>
            <a:prstDash val="solid"/>
            <a:miter lim="9192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15;p2"/>
          <p:cNvSpPr/>
          <p:nvPr/>
        </p:nvSpPr>
        <p:spPr>
          <a:xfrm>
            <a:off x="275669" y="1557059"/>
            <a:ext cx="57834" cy="57599"/>
          </a:xfrm>
          <a:custGeom>
            <a:avLst/>
            <a:gdLst/>
            <a:ahLst/>
            <a:cxnLst/>
            <a:rect l="l" t="t" r="r" b="b"/>
            <a:pathLst>
              <a:path w="2207" h="2198" fill="none" extrusionOk="0">
                <a:moveTo>
                  <a:pt x="0" y="0"/>
                </a:moveTo>
                <a:lnTo>
                  <a:pt x="2207" y="0"/>
                </a:lnTo>
                <a:lnTo>
                  <a:pt x="2207" y="2197"/>
                </a:lnTo>
                <a:lnTo>
                  <a:pt x="0" y="2197"/>
                </a:lnTo>
                <a:close/>
              </a:path>
            </a:pathLst>
          </a:custGeom>
          <a:noFill/>
          <a:ln w="2975" cap="flat" cmpd="sng">
            <a:solidFill>
              <a:srgbClr val="00CFCC"/>
            </a:solidFill>
            <a:prstDash val="solid"/>
            <a:miter lim="9192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16;p2"/>
          <p:cNvSpPr/>
          <p:nvPr/>
        </p:nvSpPr>
        <p:spPr>
          <a:xfrm>
            <a:off x="8263673" y="2953681"/>
            <a:ext cx="104086" cy="104322"/>
          </a:xfrm>
          <a:custGeom>
            <a:avLst/>
            <a:gdLst/>
            <a:ahLst/>
            <a:cxnLst/>
            <a:rect l="l" t="t" r="r" b="b"/>
            <a:pathLst>
              <a:path w="3972" h="3981" extrusionOk="0">
                <a:moveTo>
                  <a:pt x="0" y="1"/>
                </a:moveTo>
                <a:lnTo>
                  <a:pt x="0" y="3981"/>
                </a:lnTo>
                <a:lnTo>
                  <a:pt x="3972" y="3981"/>
                </a:lnTo>
                <a:lnTo>
                  <a:pt x="3972" y="1"/>
                </a:lnTo>
                <a:close/>
              </a:path>
            </a:pathLst>
          </a:custGeom>
          <a:solidFill>
            <a:srgbClr val="00CF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7" name="Google Shape;17;p2"/>
          <p:cNvGrpSpPr/>
          <p:nvPr/>
        </p:nvGrpSpPr>
        <p:grpSpPr>
          <a:xfrm>
            <a:off x="8263682" y="-434366"/>
            <a:ext cx="188886" cy="1181531"/>
            <a:chOff x="2877432" y="975334"/>
            <a:chExt cx="188886" cy="1181531"/>
          </a:xfrm>
        </p:grpSpPr>
        <p:sp>
          <p:nvSpPr>
            <p:cNvPr id="18" name="Google Shape;18;p2"/>
            <p:cNvSpPr/>
            <p:nvPr/>
          </p:nvSpPr>
          <p:spPr>
            <a:xfrm>
              <a:off x="2877432" y="1968242"/>
              <a:ext cx="188886" cy="188624"/>
            </a:xfrm>
            <a:custGeom>
              <a:avLst/>
              <a:gdLst/>
              <a:ahLst/>
              <a:cxnLst/>
              <a:rect l="l" t="t" r="r" b="b"/>
              <a:pathLst>
                <a:path w="7208" h="7198" fill="none" extrusionOk="0">
                  <a:moveTo>
                    <a:pt x="1" y="0"/>
                  </a:moveTo>
                  <a:lnTo>
                    <a:pt x="7208" y="0"/>
                  </a:lnTo>
                  <a:lnTo>
                    <a:pt x="7208" y="7198"/>
                  </a:lnTo>
                  <a:lnTo>
                    <a:pt x="1" y="7198"/>
                  </a:lnTo>
                  <a:close/>
                </a:path>
              </a:pathLst>
            </a:custGeom>
            <a:noFill/>
            <a:ln w="5750" cap="flat" cmpd="sng">
              <a:solidFill>
                <a:srgbClr val="FF9973"/>
              </a:solidFill>
              <a:prstDash val="solid"/>
              <a:miter lim="91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2905393" y="1452501"/>
              <a:ext cx="133226" cy="133252"/>
            </a:xfrm>
            <a:custGeom>
              <a:avLst/>
              <a:gdLst/>
              <a:ahLst/>
              <a:cxnLst/>
              <a:rect l="l" t="t" r="r" b="b"/>
              <a:pathLst>
                <a:path w="5084" h="5085" fill="none" extrusionOk="0">
                  <a:moveTo>
                    <a:pt x="0" y="1"/>
                  </a:moveTo>
                  <a:lnTo>
                    <a:pt x="5083" y="1"/>
                  </a:lnTo>
                  <a:lnTo>
                    <a:pt x="5083" y="5084"/>
                  </a:lnTo>
                  <a:lnTo>
                    <a:pt x="0" y="5084"/>
                  </a:lnTo>
                  <a:close/>
                </a:path>
              </a:pathLst>
            </a:custGeom>
            <a:noFill/>
            <a:ln w="4125" cap="flat" cmpd="sng">
              <a:solidFill>
                <a:srgbClr val="FF9973"/>
              </a:solidFill>
              <a:prstDash val="solid"/>
              <a:miter lim="91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2931651" y="975334"/>
              <a:ext cx="80476" cy="80711"/>
            </a:xfrm>
            <a:custGeom>
              <a:avLst/>
              <a:gdLst/>
              <a:ahLst/>
              <a:cxnLst/>
              <a:rect l="l" t="t" r="r" b="b"/>
              <a:pathLst>
                <a:path w="3071" h="3080" fill="none" extrusionOk="0">
                  <a:moveTo>
                    <a:pt x="0" y="0"/>
                  </a:moveTo>
                  <a:lnTo>
                    <a:pt x="3070" y="0"/>
                  </a:lnTo>
                  <a:lnTo>
                    <a:pt x="3070" y="3080"/>
                  </a:lnTo>
                  <a:lnTo>
                    <a:pt x="0" y="3080"/>
                  </a:lnTo>
                  <a:close/>
                </a:path>
              </a:pathLst>
            </a:custGeom>
            <a:noFill/>
            <a:ln w="2525" cap="flat" cmpd="sng">
              <a:solidFill>
                <a:srgbClr val="FF9973"/>
              </a:solidFill>
              <a:prstDash val="solid"/>
              <a:miter lim="91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" name="Google Shape;21;p2"/>
          <p:cNvSpPr/>
          <p:nvPr/>
        </p:nvSpPr>
        <p:spPr>
          <a:xfrm>
            <a:off x="8485996" y="1614632"/>
            <a:ext cx="80502" cy="80476"/>
          </a:xfrm>
          <a:custGeom>
            <a:avLst/>
            <a:gdLst/>
            <a:ahLst/>
            <a:cxnLst/>
            <a:rect l="l" t="t" r="r" b="b"/>
            <a:pathLst>
              <a:path w="3072" h="3071" extrusionOk="0">
                <a:moveTo>
                  <a:pt x="1" y="0"/>
                </a:moveTo>
                <a:lnTo>
                  <a:pt x="1" y="3070"/>
                </a:lnTo>
                <a:lnTo>
                  <a:pt x="3071" y="3070"/>
                </a:lnTo>
                <a:lnTo>
                  <a:pt x="3071" y="0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2" name="Google Shape;22;p2"/>
          <p:cNvGrpSpPr/>
          <p:nvPr/>
        </p:nvGrpSpPr>
        <p:grpSpPr>
          <a:xfrm>
            <a:off x="3090746" y="-533657"/>
            <a:ext cx="98059" cy="1147596"/>
            <a:chOff x="3347921" y="16006"/>
            <a:chExt cx="98059" cy="1147596"/>
          </a:xfrm>
        </p:grpSpPr>
        <p:sp>
          <p:nvSpPr>
            <p:cNvPr id="23" name="Google Shape;23;p2"/>
            <p:cNvSpPr/>
            <p:nvPr/>
          </p:nvSpPr>
          <p:spPr>
            <a:xfrm>
              <a:off x="3347921" y="1065280"/>
              <a:ext cx="98059" cy="98321"/>
            </a:xfrm>
            <a:custGeom>
              <a:avLst/>
              <a:gdLst/>
              <a:ahLst/>
              <a:cxnLst/>
              <a:rect l="l" t="t" r="r" b="b"/>
              <a:pathLst>
                <a:path w="3742" h="3752" fill="none" extrusionOk="0">
                  <a:moveTo>
                    <a:pt x="0" y="1"/>
                  </a:moveTo>
                  <a:lnTo>
                    <a:pt x="3741" y="1"/>
                  </a:lnTo>
                  <a:lnTo>
                    <a:pt x="3741" y="3751"/>
                  </a:lnTo>
                  <a:lnTo>
                    <a:pt x="0" y="3751"/>
                  </a:lnTo>
                  <a:close/>
                </a:path>
              </a:pathLst>
            </a:custGeom>
            <a:noFill/>
            <a:ln w="2975" cap="flat" cmpd="sng">
              <a:solidFill>
                <a:srgbClr val="E898AC"/>
              </a:solidFill>
              <a:prstDash val="solid"/>
              <a:miter lim="91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3392705" y="16006"/>
              <a:ext cx="8464" cy="894665"/>
            </a:xfrm>
            <a:custGeom>
              <a:avLst/>
              <a:gdLst/>
              <a:ahLst/>
              <a:cxnLst/>
              <a:rect l="l" t="t" r="r" b="b"/>
              <a:pathLst>
                <a:path w="323" h="34141" extrusionOk="0">
                  <a:moveTo>
                    <a:pt x="157" y="1"/>
                  </a:moveTo>
                  <a:lnTo>
                    <a:pt x="1" y="34141"/>
                  </a:lnTo>
                  <a:lnTo>
                    <a:pt x="323" y="34141"/>
                  </a:lnTo>
                  <a:lnTo>
                    <a:pt x="157" y="1"/>
                  </a:ln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" name="Google Shape;25;p2"/>
          <p:cNvGrpSpPr/>
          <p:nvPr/>
        </p:nvGrpSpPr>
        <p:grpSpPr>
          <a:xfrm>
            <a:off x="4892771" y="-340112"/>
            <a:ext cx="121172" cy="760495"/>
            <a:chOff x="5245196" y="3136513"/>
            <a:chExt cx="121172" cy="760495"/>
          </a:xfrm>
        </p:grpSpPr>
        <p:sp>
          <p:nvSpPr>
            <p:cNvPr id="26" name="Google Shape;26;p2"/>
            <p:cNvSpPr/>
            <p:nvPr/>
          </p:nvSpPr>
          <p:spPr>
            <a:xfrm>
              <a:off x="5245196" y="3775810"/>
              <a:ext cx="121172" cy="121198"/>
            </a:xfrm>
            <a:custGeom>
              <a:avLst/>
              <a:gdLst/>
              <a:ahLst/>
              <a:cxnLst/>
              <a:rect l="l" t="t" r="r" b="b"/>
              <a:pathLst>
                <a:path w="4624" h="4625" extrusionOk="0">
                  <a:moveTo>
                    <a:pt x="0" y="1"/>
                  </a:moveTo>
                  <a:lnTo>
                    <a:pt x="0" y="4624"/>
                  </a:lnTo>
                  <a:lnTo>
                    <a:pt x="4624" y="4624"/>
                  </a:lnTo>
                  <a:lnTo>
                    <a:pt x="4624" y="1"/>
                  </a:lnTo>
                  <a:close/>
                </a:path>
              </a:pathLst>
            </a:custGeom>
            <a:solidFill>
              <a:srgbClr val="E898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5309007" y="3136513"/>
              <a:ext cx="8464" cy="554288"/>
            </a:xfrm>
            <a:custGeom>
              <a:avLst/>
              <a:gdLst/>
              <a:ahLst/>
              <a:cxnLst/>
              <a:rect l="l" t="t" r="r" b="b"/>
              <a:pathLst>
                <a:path w="323" h="21152" extrusionOk="0">
                  <a:moveTo>
                    <a:pt x="166" y="1"/>
                  </a:moveTo>
                  <a:lnTo>
                    <a:pt x="0" y="21152"/>
                  </a:lnTo>
                  <a:lnTo>
                    <a:pt x="322" y="21152"/>
                  </a:lnTo>
                  <a:lnTo>
                    <a:pt x="166" y="1"/>
                  </a:ln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" name="Google Shape;28;p2"/>
          <p:cNvGrpSpPr/>
          <p:nvPr/>
        </p:nvGrpSpPr>
        <p:grpSpPr>
          <a:xfrm>
            <a:off x="250617" y="2402301"/>
            <a:ext cx="188650" cy="2468354"/>
            <a:chOff x="250617" y="2402301"/>
            <a:chExt cx="188650" cy="2468354"/>
          </a:xfrm>
        </p:grpSpPr>
        <p:sp>
          <p:nvSpPr>
            <p:cNvPr id="29" name="Google Shape;29;p2"/>
            <p:cNvSpPr/>
            <p:nvPr/>
          </p:nvSpPr>
          <p:spPr>
            <a:xfrm>
              <a:off x="250617" y="4681770"/>
              <a:ext cx="188650" cy="188886"/>
            </a:xfrm>
            <a:custGeom>
              <a:avLst/>
              <a:gdLst/>
              <a:ahLst/>
              <a:cxnLst/>
              <a:rect l="l" t="t" r="r" b="b"/>
              <a:pathLst>
                <a:path w="7199" h="7208" fill="none" extrusionOk="0">
                  <a:moveTo>
                    <a:pt x="0" y="1"/>
                  </a:moveTo>
                  <a:lnTo>
                    <a:pt x="7198" y="1"/>
                  </a:lnTo>
                  <a:lnTo>
                    <a:pt x="7198" y="7207"/>
                  </a:lnTo>
                  <a:lnTo>
                    <a:pt x="0" y="7207"/>
                  </a:lnTo>
                  <a:close/>
                </a:path>
              </a:pathLst>
            </a:custGeom>
            <a:noFill/>
            <a:ln w="5750" cap="flat" cmpd="sng">
              <a:solidFill>
                <a:srgbClr val="FF9973"/>
              </a:solidFill>
              <a:prstDash val="solid"/>
              <a:miter lim="91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278316" y="4166291"/>
              <a:ext cx="133226" cy="133226"/>
            </a:xfrm>
            <a:custGeom>
              <a:avLst/>
              <a:gdLst/>
              <a:ahLst/>
              <a:cxnLst/>
              <a:rect l="l" t="t" r="r" b="b"/>
              <a:pathLst>
                <a:path w="5084" h="5084" fill="none" extrusionOk="0">
                  <a:moveTo>
                    <a:pt x="1" y="0"/>
                  </a:moveTo>
                  <a:lnTo>
                    <a:pt x="5084" y="0"/>
                  </a:lnTo>
                  <a:lnTo>
                    <a:pt x="5084" y="5084"/>
                  </a:lnTo>
                  <a:lnTo>
                    <a:pt x="1" y="5084"/>
                  </a:lnTo>
                  <a:close/>
                </a:path>
              </a:pathLst>
            </a:custGeom>
            <a:noFill/>
            <a:ln w="4125" cap="flat" cmpd="sng">
              <a:solidFill>
                <a:srgbClr val="FF9973"/>
              </a:solidFill>
              <a:prstDash val="solid"/>
              <a:miter lim="91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304573" y="3689098"/>
              <a:ext cx="80476" cy="80476"/>
            </a:xfrm>
            <a:custGeom>
              <a:avLst/>
              <a:gdLst/>
              <a:ahLst/>
              <a:cxnLst/>
              <a:rect l="l" t="t" r="r" b="b"/>
              <a:pathLst>
                <a:path w="3071" h="3071" fill="none" extrusionOk="0">
                  <a:moveTo>
                    <a:pt x="1" y="0"/>
                  </a:moveTo>
                  <a:lnTo>
                    <a:pt x="3071" y="0"/>
                  </a:lnTo>
                  <a:lnTo>
                    <a:pt x="3071" y="3071"/>
                  </a:lnTo>
                  <a:lnTo>
                    <a:pt x="1" y="3071"/>
                  </a:lnTo>
                  <a:close/>
                </a:path>
              </a:pathLst>
            </a:custGeom>
            <a:noFill/>
            <a:ln w="2525" cap="flat" cmpd="sng">
              <a:solidFill>
                <a:srgbClr val="FF9973"/>
              </a:solidFill>
              <a:prstDash val="solid"/>
              <a:miter lim="91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340710" y="2402301"/>
              <a:ext cx="8464" cy="1011487"/>
            </a:xfrm>
            <a:custGeom>
              <a:avLst/>
              <a:gdLst/>
              <a:ahLst/>
              <a:cxnLst/>
              <a:rect l="l" t="t" r="r" b="b"/>
              <a:pathLst>
                <a:path w="323" h="38599" extrusionOk="0">
                  <a:moveTo>
                    <a:pt x="157" y="1"/>
                  </a:moveTo>
                  <a:lnTo>
                    <a:pt x="0" y="38599"/>
                  </a:lnTo>
                  <a:lnTo>
                    <a:pt x="322" y="38599"/>
                  </a:lnTo>
                  <a:lnTo>
                    <a:pt x="157" y="1"/>
                  </a:ln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3" name="Google Shape;33;p2"/>
          <p:cNvSpPr/>
          <p:nvPr/>
        </p:nvSpPr>
        <p:spPr>
          <a:xfrm>
            <a:off x="8935726" y="10"/>
            <a:ext cx="8464" cy="2519637"/>
          </a:xfrm>
          <a:custGeom>
            <a:avLst/>
            <a:gdLst/>
            <a:ahLst/>
            <a:cxnLst/>
            <a:rect l="l" t="t" r="r" b="b"/>
            <a:pathLst>
              <a:path w="323" h="96151" extrusionOk="0">
                <a:moveTo>
                  <a:pt x="166" y="0"/>
                </a:moveTo>
                <a:lnTo>
                  <a:pt x="1" y="96150"/>
                </a:lnTo>
                <a:lnTo>
                  <a:pt x="323" y="96150"/>
                </a:lnTo>
                <a:lnTo>
                  <a:pt x="166" y="0"/>
                </a:lnTo>
                <a:close/>
              </a:path>
            </a:pathLst>
          </a:custGeom>
          <a:solidFill>
            <a:srgbClr val="FFD6E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34;p2"/>
          <p:cNvSpPr/>
          <p:nvPr/>
        </p:nvSpPr>
        <p:spPr>
          <a:xfrm>
            <a:off x="646863" y="21446"/>
            <a:ext cx="8464" cy="1689069"/>
          </a:xfrm>
          <a:custGeom>
            <a:avLst/>
            <a:gdLst/>
            <a:ahLst/>
            <a:cxnLst/>
            <a:rect l="l" t="t" r="r" b="b"/>
            <a:pathLst>
              <a:path w="323" h="64456" extrusionOk="0">
                <a:moveTo>
                  <a:pt x="166" y="0"/>
                </a:moveTo>
                <a:lnTo>
                  <a:pt x="1" y="64456"/>
                </a:lnTo>
                <a:lnTo>
                  <a:pt x="322" y="64456"/>
                </a:lnTo>
                <a:lnTo>
                  <a:pt x="166" y="0"/>
                </a:lnTo>
                <a:close/>
              </a:path>
            </a:pathLst>
          </a:custGeom>
          <a:solidFill>
            <a:srgbClr val="FFD6E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5" name="Google Shape;35;p2"/>
          <p:cNvGrpSpPr/>
          <p:nvPr/>
        </p:nvGrpSpPr>
        <p:grpSpPr>
          <a:xfrm>
            <a:off x="2038689" y="173907"/>
            <a:ext cx="57599" cy="831799"/>
            <a:chOff x="2038689" y="173907"/>
            <a:chExt cx="57599" cy="831799"/>
          </a:xfrm>
        </p:grpSpPr>
        <p:sp>
          <p:nvSpPr>
            <p:cNvPr id="36" name="Google Shape;36;p2"/>
            <p:cNvSpPr/>
            <p:nvPr/>
          </p:nvSpPr>
          <p:spPr>
            <a:xfrm>
              <a:off x="2038689" y="947872"/>
              <a:ext cx="57599" cy="57834"/>
            </a:xfrm>
            <a:custGeom>
              <a:avLst/>
              <a:gdLst/>
              <a:ahLst/>
              <a:cxnLst/>
              <a:rect l="l" t="t" r="r" b="b"/>
              <a:pathLst>
                <a:path w="2198" h="2207" fill="none" extrusionOk="0">
                  <a:moveTo>
                    <a:pt x="1" y="0"/>
                  </a:moveTo>
                  <a:lnTo>
                    <a:pt x="2197" y="0"/>
                  </a:lnTo>
                  <a:lnTo>
                    <a:pt x="2197" y="2206"/>
                  </a:lnTo>
                  <a:lnTo>
                    <a:pt x="1" y="2206"/>
                  </a:lnTo>
                  <a:close/>
                </a:path>
              </a:pathLst>
            </a:custGeom>
            <a:noFill/>
            <a:ln w="2975" cap="flat" cmpd="sng">
              <a:solidFill>
                <a:srgbClr val="00CFCC"/>
              </a:solidFill>
              <a:prstDash val="solid"/>
              <a:miter lim="91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2063269" y="173907"/>
              <a:ext cx="8438" cy="692074"/>
            </a:xfrm>
            <a:custGeom>
              <a:avLst/>
              <a:gdLst/>
              <a:ahLst/>
              <a:cxnLst/>
              <a:rect l="l" t="t" r="r" b="b"/>
              <a:pathLst>
                <a:path w="322" h="26410" extrusionOk="0">
                  <a:moveTo>
                    <a:pt x="166" y="1"/>
                  </a:moveTo>
                  <a:lnTo>
                    <a:pt x="0" y="26410"/>
                  </a:lnTo>
                  <a:lnTo>
                    <a:pt x="322" y="26410"/>
                  </a:lnTo>
                  <a:lnTo>
                    <a:pt x="166" y="1"/>
                  </a:ln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4"/>
          <p:cNvSpPr txBox="1">
            <a:spLocks noGrp="1"/>
          </p:cNvSpPr>
          <p:nvPr>
            <p:ph type="body" idx="1"/>
          </p:nvPr>
        </p:nvSpPr>
        <p:spPr>
          <a:xfrm>
            <a:off x="618825" y="1679175"/>
            <a:ext cx="3534300" cy="209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1" name="Google Shape;61;p4"/>
          <p:cNvSpPr txBox="1">
            <a:spLocks noGrp="1"/>
          </p:cNvSpPr>
          <p:nvPr>
            <p:ph type="ctrTitle"/>
          </p:nvPr>
        </p:nvSpPr>
        <p:spPr>
          <a:xfrm>
            <a:off x="618825" y="411675"/>
            <a:ext cx="26865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9pPr>
          </a:lstStyle>
          <a:p>
            <a:endParaRPr/>
          </a:p>
        </p:txBody>
      </p:sp>
      <p:sp>
        <p:nvSpPr>
          <p:cNvPr id="62" name="Google Shape;62;p4"/>
          <p:cNvSpPr/>
          <p:nvPr/>
        </p:nvSpPr>
        <p:spPr>
          <a:xfrm>
            <a:off x="720000" y="4690125"/>
            <a:ext cx="167150" cy="167150"/>
          </a:xfrm>
          <a:custGeom>
            <a:avLst/>
            <a:gdLst/>
            <a:ahLst/>
            <a:cxnLst/>
            <a:rect l="l" t="t" r="r" b="b"/>
            <a:pathLst>
              <a:path w="6686" h="6686" extrusionOk="0">
                <a:moveTo>
                  <a:pt x="6236" y="450"/>
                </a:moveTo>
                <a:lnTo>
                  <a:pt x="6236" y="6236"/>
                </a:lnTo>
                <a:lnTo>
                  <a:pt x="450" y="6236"/>
                </a:lnTo>
                <a:lnTo>
                  <a:pt x="450" y="450"/>
                </a:lnTo>
                <a:close/>
                <a:moveTo>
                  <a:pt x="0" y="0"/>
                </a:moveTo>
                <a:lnTo>
                  <a:pt x="0" y="6686"/>
                </a:lnTo>
                <a:lnTo>
                  <a:pt x="6686" y="6686"/>
                </a:lnTo>
                <a:lnTo>
                  <a:pt x="6686" y="0"/>
                </a:lnTo>
                <a:close/>
              </a:path>
            </a:pathLst>
          </a:custGeom>
          <a:solidFill>
            <a:srgbClr val="FFD6E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4"/>
          <p:cNvSpPr/>
          <p:nvPr/>
        </p:nvSpPr>
        <p:spPr>
          <a:xfrm>
            <a:off x="2058475" y="4152200"/>
            <a:ext cx="108650" cy="108650"/>
          </a:xfrm>
          <a:custGeom>
            <a:avLst/>
            <a:gdLst/>
            <a:ahLst/>
            <a:cxnLst/>
            <a:rect l="l" t="t" r="r" b="b"/>
            <a:pathLst>
              <a:path w="4346" h="4346" extrusionOk="0">
                <a:moveTo>
                  <a:pt x="4008" y="356"/>
                </a:moveTo>
                <a:lnTo>
                  <a:pt x="4008" y="4027"/>
                </a:lnTo>
                <a:lnTo>
                  <a:pt x="338" y="4027"/>
                </a:lnTo>
                <a:lnTo>
                  <a:pt x="338" y="356"/>
                </a:lnTo>
                <a:close/>
                <a:moveTo>
                  <a:pt x="1" y="1"/>
                </a:moveTo>
                <a:lnTo>
                  <a:pt x="1" y="4345"/>
                </a:lnTo>
                <a:lnTo>
                  <a:pt x="4346" y="4345"/>
                </a:lnTo>
                <a:lnTo>
                  <a:pt x="4346" y="1"/>
                </a:lnTo>
                <a:close/>
              </a:path>
            </a:pathLst>
          </a:custGeom>
          <a:solidFill>
            <a:srgbClr val="E898A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" name="Google Shape;64;p4"/>
          <p:cNvSpPr/>
          <p:nvPr/>
        </p:nvSpPr>
        <p:spPr>
          <a:xfrm>
            <a:off x="1432075" y="4296400"/>
            <a:ext cx="52475" cy="52450"/>
          </a:xfrm>
          <a:custGeom>
            <a:avLst/>
            <a:gdLst/>
            <a:ahLst/>
            <a:cxnLst/>
            <a:rect l="l" t="t" r="r" b="b"/>
            <a:pathLst>
              <a:path w="2099" h="2098" extrusionOk="0">
                <a:moveTo>
                  <a:pt x="1761" y="319"/>
                </a:moveTo>
                <a:lnTo>
                  <a:pt x="1761" y="1761"/>
                </a:lnTo>
                <a:lnTo>
                  <a:pt x="319" y="1761"/>
                </a:lnTo>
                <a:lnTo>
                  <a:pt x="319" y="319"/>
                </a:lnTo>
                <a:close/>
                <a:moveTo>
                  <a:pt x="1" y="0"/>
                </a:moveTo>
                <a:lnTo>
                  <a:pt x="1" y="2098"/>
                </a:lnTo>
                <a:lnTo>
                  <a:pt x="2098" y="2098"/>
                </a:lnTo>
                <a:lnTo>
                  <a:pt x="2098" y="0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p4"/>
          <p:cNvSpPr/>
          <p:nvPr/>
        </p:nvSpPr>
        <p:spPr>
          <a:xfrm>
            <a:off x="2194725" y="4474775"/>
            <a:ext cx="164350" cy="164350"/>
          </a:xfrm>
          <a:custGeom>
            <a:avLst/>
            <a:gdLst/>
            <a:ahLst/>
            <a:cxnLst/>
            <a:rect l="l" t="t" r="r" b="b"/>
            <a:pathLst>
              <a:path w="6574" h="6574" extrusionOk="0">
                <a:moveTo>
                  <a:pt x="6218" y="337"/>
                </a:moveTo>
                <a:lnTo>
                  <a:pt x="6218" y="6236"/>
                </a:lnTo>
                <a:lnTo>
                  <a:pt x="319" y="6236"/>
                </a:lnTo>
                <a:lnTo>
                  <a:pt x="319" y="337"/>
                </a:lnTo>
                <a:close/>
                <a:moveTo>
                  <a:pt x="0" y="0"/>
                </a:moveTo>
                <a:lnTo>
                  <a:pt x="0" y="6573"/>
                </a:lnTo>
                <a:lnTo>
                  <a:pt x="6555" y="6573"/>
                </a:lnTo>
                <a:lnTo>
                  <a:pt x="6573" y="0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" name="Google Shape;66;p4"/>
          <p:cNvSpPr/>
          <p:nvPr/>
        </p:nvSpPr>
        <p:spPr>
          <a:xfrm>
            <a:off x="1585475" y="4695513"/>
            <a:ext cx="155925" cy="156375"/>
          </a:xfrm>
          <a:custGeom>
            <a:avLst/>
            <a:gdLst/>
            <a:ahLst/>
            <a:cxnLst/>
            <a:rect l="l" t="t" r="r" b="b"/>
            <a:pathLst>
              <a:path w="6237" h="6255" extrusionOk="0">
                <a:moveTo>
                  <a:pt x="0" y="0"/>
                </a:moveTo>
                <a:lnTo>
                  <a:pt x="0" y="6255"/>
                </a:lnTo>
                <a:lnTo>
                  <a:pt x="6236" y="6255"/>
                </a:lnTo>
                <a:lnTo>
                  <a:pt x="623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7" name="Google Shape;67;p4"/>
          <p:cNvGrpSpPr/>
          <p:nvPr/>
        </p:nvGrpSpPr>
        <p:grpSpPr>
          <a:xfrm>
            <a:off x="8148521" y="3004593"/>
            <a:ext cx="98059" cy="1147596"/>
            <a:chOff x="3347921" y="16006"/>
            <a:chExt cx="98059" cy="1147596"/>
          </a:xfrm>
        </p:grpSpPr>
        <p:sp>
          <p:nvSpPr>
            <p:cNvPr id="68" name="Google Shape;68;p4"/>
            <p:cNvSpPr/>
            <p:nvPr/>
          </p:nvSpPr>
          <p:spPr>
            <a:xfrm>
              <a:off x="3347921" y="1065280"/>
              <a:ext cx="98059" cy="98321"/>
            </a:xfrm>
            <a:custGeom>
              <a:avLst/>
              <a:gdLst/>
              <a:ahLst/>
              <a:cxnLst/>
              <a:rect l="l" t="t" r="r" b="b"/>
              <a:pathLst>
                <a:path w="3742" h="3752" fill="none" extrusionOk="0">
                  <a:moveTo>
                    <a:pt x="0" y="1"/>
                  </a:moveTo>
                  <a:lnTo>
                    <a:pt x="3741" y="1"/>
                  </a:lnTo>
                  <a:lnTo>
                    <a:pt x="3741" y="3751"/>
                  </a:lnTo>
                  <a:lnTo>
                    <a:pt x="0" y="3751"/>
                  </a:lnTo>
                  <a:close/>
                </a:path>
              </a:pathLst>
            </a:custGeom>
            <a:noFill/>
            <a:ln w="2975" cap="flat" cmpd="sng">
              <a:solidFill>
                <a:srgbClr val="E898AC"/>
              </a:solidFill>
              <a:prstDash val="solid"/>
              <a:miter lim="91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69;p4"/>
            <p:cNvSpPr/>
            <p:nvPr/>
          </p:nvSpPr>
          <p:spPr>
            <a:xfrm>
              <a:off x="3392705" y="16006"/>
              <a:ext cx="8464" cy="894665"/>
            </a:xfrm>
            <a:custGeom>
              <a:avLst/>
              <a:gdLst/>
              <a:ahLst/>
              <a:cxnLst/>
              <a:rect l="l" t="t" r="r" b="b"/>
              <a:pathLst>
                <a:path w="323" h="34141" extrusionOk="0">
                  <a:moveTo>
                    <a:pt x="157" y="1"/>
                  </a:moveTo>
                  <a:lnTo>
                    <a:pt x="1" y="34141"/>
                  </a:lnTo>
                  <a:lnTo>
                    <a:pt x="323" y="34141"/>
                  </a:lnTo>
                  <a:lnTo>
                    <a:pt x="157" y="1"/>
                  </a:ln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0" name="Google Shape;70;p4"/>
          <p:cNvGrpSpPr/>
          <p:nvPr/>
        </p:nvGrpSpPr>
        <p:grpSpPr>
          <a:xfrm>
            <a:off x="281421" y="3769263"/>
            <a:ext cx="121172" cy="760495"/>
            <a:chOff x="5245196" y="3136513"/>
            <a:chExt cx="121172" cy="760495"/>
          </a:xfrm>
        </p:grpSpPr>
        <p:sp>
          <p:nvSpPr>
            <p:cNvPr id="71" name="Google Shape;71;p4"/>
            <p:cNvSpPr/>
            <p:nvPr/>
          </p:nvSpPr>
          <p:spPr>
            <a:xfrm>
              <a:off x="5245196" y="3775810"/>
              <a:ext cx="121172" cy="121198"/>
            </a:xfrm>
            <a:custGeom>
              <a:avLst/>
              <a:gdLst/>
              <a:ahLst/>
              <a:cxnLst/>
              <a:rect l="l" t="t" r="r" b="b"/>
              <a:pathLst>
                <a:path w="4624" h="4625" extrusionOk="0">
                  <a:moveTo>
                    <a:pt x="0" y="1"/>
                  </a:moveTo>
                  <a:lnTo>
                    <a:pt x="0" y="4624"/>
                  </a:lnTo>
                  <a:lnTo>
                    <a:pt x="4624" y="4624"/>
                  </a:lnTo>
                  <a:lnTo>
                    <a:pt x="4624" y="1"/>
                  </a:lnTo>
                  <a:close/>
                </a:path>
              </a:pathLst>
            </a:custGeom>
            <a:solidFill>
              <a:srgbClr val="E898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4"/>
            <p:cNvSpPr/>
            <p:nvPr/>
          </p:nvSpPr>
          <p:spPr>
            <a:xfrm>
              <a:off x="5309007" y="3136513"/>
              <a:ext cx="8464" cy="554288"/>
            </a:xfrm>
            <a:custGeom>
              <a:avLst/>
              <a:gdLst/>
              <a:ahLst/>
              <a:cxnLst/>
              <a:rect l="l" t="t" r="r" b="b"/>
              <a:pathLst>
                <a:path w="323" h="21152" extrusionOk="0">
                  <a:moveTo>
                    <a:pt x="166" y="1"/>
                  </a:moveTo>
                  <a:lnTo>
                    <a:pt x="0" y="21152"/>
                  </a:lnTo>
                  <a:lnTo>
                    <a:pt x="322" y="21152"/>
                  </a:lnTo>
                  <a:lnTo>
                    <a:pt x="166" y="1"/>
                  </a:ln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3" name="Google Shape;73;p4"/>
          <p:cNvGrpSpPr/>
          <p:nvPr/>
        </p:nvGrpSpPr>
        <p:grpSpPr>
          <a:xfrm>
            <a:off x="8534739" y="4069632"/>
            <a:ext cx="57599" cy="831799"/>
            <a:chOff x="2038689" y="173907"/>
            <a:chExt cx="57599" cy="831799"/>
          </a:xfrm>
        </p:grpSpPr>
        <p:sp>
          <p:nvSpPr>
            <p:cNvPr id="74" name="Google Shape;74;p4"/>
            <p:cNvSpPr/>
            <p:nvPr/>
          </p:nvSpPr>
          <p:spPr>
            <a:xfrm>
              <a:off x="2038689" y="947872"/>
              <a:ext cx="57599" cy="57834"/>
            </a:xfrm>
            <a:custGeom>
              <a:avLst/>
              <a:gdLst/>
              <a:ahLst/>
              <a:cxnLst/>
              <a:rect l="l" t="t" r="r" b="b"/>
              <a:pathLst>
                <a:path w="2198" h="2207" fill="none" extrusionOk="0">
                  <a:moveTo>
                    <a:pt x="1" y="0"/>
                  </a:moveTo>
                  <a:lnTo>
                    <a:pt x="2197" y="0"/>
                  </a:lnTo>
                  <a:lnTo>
                    <a:pt x="2197" y="2206"/>
                  </a:lnTo>
                  <a:lnTo>
                    <a:pt x="1" y="2206"/>
                  </a:lnTo>
                  <a:close/>
                </a:path>
              </a:pathLst>
            </a:custGeom>
            <a:noFill/>
            <a:ln w="2975" cap="flat" cmpd="sng">
              <a:solidFill>
                <a:srgbClr val="00CFCC"/>
              </a:solidFill>
              <a:prstDash val="solid"/>
              <a:miter lim="91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4"/>
            <p:cNvSpPr/>
            <p:nvPr/>
          </p:nvSpPr>
          <p:spPr>
            <a:xfrm>
              <a:off x="2063269" y="173907"/>
              <a:ext cx="8438" cy="692074"/>
            </a:xfrm>
            <a:custGeom>
              <a:avLst/>
              <a:gdLst/>
              <a:ahLst/>
              <a:cxnLst/>
              <a:rect l="l" t="t" r="r" b="b"/>
              <a:pathLst>
                <a:path w="322" h="26410" extrusionOk="0">
                  <a:moveTo>
                    <a:pt x="166" y="1"/>
                  </a:moveTo>
                  <a:lnTo>
                    <a:pt x="0" y="26410"/>
                  </a:lnTo>
                  <a:lnTo>
                    <a:pt x="322" y="26410"/>
                  </a:lnTo>
                  <a:lnTo>
                    <a:pt x="166" y="1"/>
                  </a:ln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6" name="Google Shape;76;p4"/>
          <p:cNvSpPr/>
          <p:nvPr/>
        </p:nvSpPr>
        <p:spPr>
          <a:xfrm>
            <a:off x="7686100" y="4568875"/>
            <a:ext cx="164350" cy="164350"/>
          </a:xfrm>
          <a:custGeom>
            <a:avLst/>
            <a:gdLst/>
            <a:ahLst/>
            <a:cxnLst/>
            <a:rect l="l" t="t" r="r" b="b"/>
            <a:pathLst>
              <a:path w="6574" h="6574" extrusionOk="0">
                <a:moveTo>
                  <a:pt x="6218" y="337"/>
                </a:moveTo>
                <a:lnTo>
                  <a:pt x="6218" y="6236"/>
                </a:lnTo>
                <a:lnTo>
                  <a:pt x="319" y="6236"/>
                </a:lnTo>
                <a:lnTo>
                  <a:pt x="319" y="337"/>
                </a:lnTo>
                <a:close/>
                <a:moveTo>
                  <a:pt x="0" y="0"/>
                </a:moveTo>
                <a:lnTo>
                  <a:pt x="0" y="6573"/>
                </a:lnTo>
                <a:lnTo>
                  <a:pt x="6555" y="6573"/>
                </a:lnTo>
                <a:lnTo>
                  <a:pt x="6573" y="0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77;p4"/>
          <p:cNvSpPr/>
          <p:nvPr/>
        </p:nvSpPr>
        <p:spPr>
          <a:xfrm>
            <a:off x="8868125" y="3769263"/>
            <a:ext cx="155925" cy="156375"/>
          </a:xfrm>
          <a:custGeom>
            <a:avLst/>
            <a:gdLst/>
            <a:ahLst/>
            <a:cxnLst/>
            <a:rect l="l" t="t" r="r" b="b"/>
            <a:pathLst>
              <a:path w="6237" h="6255" extrusionOk="0">
                <a:moveTo>
                  <a:pt x="0" y="0"/>
                </a:moveTo>
                <a:lnTo>
                  <a:pt x="0" y="6255"/>
                </a:lnTo>
                <a:lnTo>
                  <a:pt x="6236" y="6255"/>
                </a:lnTo>
                <a:lnTo>
                  <a:pt x="623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7"/>
          <p:cNvSpPr txBox="1">
            <a:spLocks noGrp="1"/>
          </p:cNvSpPr>
          <p:nvPr>
            <p:ph type="body" idx="1"/>
          </p:nvPr>
        </p:nvSpPr>
        <p:spPr>
          <a:xfrm>
            <a:off x="618306" y="2199025"/>
            <a:ext cx="1905900" cy="129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07" name="Google Shape;107;p7"/>
          <p:cNvSpPr txBox="1">
            <a:spLocks noGrp="1"/>
          </p:cNvSpPr>
          <p:nvPr>
            <p:ph type="ctrTitle"/>
          </p:nvPr>
        </p:nvSpPr>
        <p:spPr>
          <a:xfrm>
            <a:off x="618825" y="411675"/>
            <a:ext cx="47277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9pPr>
          </a:lstStyle>
          <a:p>
            <a:endParaRPr/>
          </a:p>
        </p:txBody>
      </p:sp>
      <p:sp>
        <p:nvSpPr>
          <p:cNvPr id="108" name="Google Shape;108;p7"/>
          <p:cNvSpPr/>
          <p:nvPr/>
        </p:nvSpPr>
        <p:spPr>
          <a:xfrm>
            <a:off x="7131388" y="365350"/>
            <a:ext cx="167150" cy="167150"/>
          </a:xfrm>
          <a:custGeom>
            <a:avLst/>
            <a:gdLst/>
            <a:ahLst/>
            <a:cxnLst/>
            <a:rect l="l" t="t" r="r" b="b"/>
            <a:pathLst>
              <a:path w="6686" h="6686" extrusionOk="0">
                <a:moveTo>
                  <a:pt x="6236" y="450"/>
                </a:moveTo>
                <a:lnTo>
                  <a:pt x="6236" y="6236"/>
                </a:lnTo>
                <a:lnTo>
                  <a:pt x="450" y="6236"/>
                </a:lnTo>
                <a:lnTo>
                  <a:pt x="450" y="450"/>
                </a:lnTo>
                <a:close/>
                <a:moveTo>
                  <a:pt x="0" y="0"/>
                </a:moveTo>
                <a:lnTo>
                  <a:pt x="0" y="6686"/>
                </a:lnTo>
                <a:lnTo>
                  <a:pt x="6686" y="6686"/>
                </a:lnTo>
                <a:lnTo>
                  <a:pt x="6686" y="0"/>
                </a:lnTo>
                <a:close/>
              </a:path>
            </a:pathLst>
          </a:custGeom>
          <a:solidFill>
            <a:srgbClr val="FFD6E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7"/>
          <p:cNvSpPr/>
          <p:nvPr/>
        </p:nvSpPr>
        <p:spPr>
          <a:xfrm>
            <a:off x="8403188" y="218375"/>
            <a:ext cx="108650" cy="108650"/>
          </a:xfrm>
          <a:custGeom>
            <a:avLst/>
            <a:gdLst/>
            <a:ahLst/>
            <a:cxnLst/>
            <a:rect l="l" t="t" r="r" b="b"/>
            <a:pathLst>
              <a:path w="4346" h="4346" extrusionOk="0">
                <a:moveTo>
                  <a:pt x="4008" y="356"/>
                </a:moveTo>
                <a:lnTo>
                  <a:pt x="4008" y="4027"/>
                </a:lnTo>
                <a:lnTo>
                  <a:pt x="338" y="4027"/>
                </a:lnTo>
                <a:lnTo>
                  <a:pt x="338" y="356"/>
                </a:lnTo>
                <a:close/>
                <a:moveTo>
                  <a:pt x="1" y="1"/>
                </a:moveTo>
                <a:lnTo>
                  <a:pt x="1" y="4345"/>
                </a:lnTo>
                <a:lnTo>
                  <a:pt x="4346" y="4345"/>
                </a:lnTo>
                <a:lnTo>
                  <a:pt x="4346" y="1"/>
                </a:lnTo>
                <a:close/>
              </a:path>
            </a:pathLst>
          </a:custGeom>
          <a:solidFill>
            <a:srgbClr val="E898A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7"/>
          <p:cNvSpPr/>
          <p:nvPr/>
        </p:nvSpPr>
        <p:spPr>
          <a:xfrm>
            <a:off x="7776788" y="362575"/>
            <a:ext cx="52475" cy="52450"/>
          </a:xfrm>
          <a:custGeom>
            <a:avLst/>
            <a:gdLst/>
            <a:ahLst/>
            <a:cxnLst/>
            <a:rect l="l" t="t" r="r" b="b"/>
            <a:pathLst>
              <a:path w="2099" h="2098" extrusionOk="0">
                <a:moveTo>
                  <a:pt x="1761" y="319"/>
                </a:moveTo>
                <a:lnTo>
                  <a:pt x="1761" y="1761"/>
                </a:lnTo>
                <a:lnTo>
                  <a:pt x="319" y="1761"/>
                </a:lnTo>
                <a:lnTo>
                  <a:pt x="319" y="319"/>
                </a:lnTo>
                <a:close/>
                <a:moveTo>
                  <a:pt x="1" y="0"/>
                </a:moveTo>
                <a:lnTo>
                  <a:pt x="1" y="2098"/>
                </a:lnTo>
                <a:lnTo>
                  <a:pt x="2098" y="2098"/>
                </a:lnTo>
                <a:lnTo>
                  <a:pt x="2098" y="0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7"/>
          <p:cNvSpPr/>
          <p:nvPr/>
        </p:nvSpPr>
        <p:spPr>
          <a:xfrm>
            <a:off x="8539438" y="540950"/>
            <a:ext cx="164350" cy="164350"/>
          </a:xfrm>
          <a:custGeom>
            <a:avLst/>
            <a:gdLst/>
            <a:ahLst/>
            <a:cxnLst/>
            <a:rect l="l" t="t" r="r" b="b"/>
            <a:pathLst>
              <a:path w="6574" h="6574" extrusionOk="0">
                <a:moveTo>
                  <a:pt x="6218" y="337"/>
                </a:moveTo>
                <a:lnTo>
                  <a:pt x="6218" y="6236"/>
                </a:lnTo>
                <a:lnTo>
                  <a:pt x="319" y="6236"/>
                </a:lnTo>
                <a:lnTo>
                  <a:pt x="319" y="337"/>
                </a:lnTo>
                <a:close/>
                <a:moveTo>
                  <a:pt x="0" y="0"/>
                </a:moveTo>
                <a:lnTo>
                  <a:pt x="0" y="6573"/>
                </a:lnTo>
                <a:lnTo>
                  <a:pt x="6555" y="6573"/>
                </a:lnTo>
                <a:lnTo>
                  <a:pt x="6573" y="0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2" name="Google Shape;112;p7"/>
          <p:cNvGrpSpPr/>
          <p:nvPr/>
        </p:nvGrpSpPr>
        <p:grpSpPr>
          <a:xfrm>
            <a:off x="6626134" y="-164562"/>
            <a:ext cx="121172" cy="760495"/>
            <a:chOff x="5245196" y="3136513"/>
            <a:chExt cx="121172" cy="760495"/>
          </a:xfrm>
        </p:grpSpPr>
        <p:sp>
          <p:nvSpPr>
            <p:cNvPr id="113" name="Google Shape;113;p7"/>
            <p:cNvSpPr/>
            <p:nvPr/>
          </p:nvSpPr>
          <p:spPr>
            <a:xfrm>
              <a:off x="5245196" y="3775810"/>
              <a:ext cx="121172" cy="121198"/>
            </a:xfrm>
            <a:custGeom>
              <a:avLst/>
              <a:gdLst/>
              <a:ahLst/>
              <a:cxnLst/>
              <a:rect l="l" t="t" r="r" b="b"/>
              <a:pathLst>
                <a:path w="4624" h="4625" extrusionOk="0">
                  <a:moveTo>
                    <a:pt x="0" y="1"/>
                  </a:moveTo>
                  <a:lnTo>
                    <a:pt x="0" y="4624"/>
                  </a:lnTo>
                  <a:lnTo>
                    <a:pt x="4624" y="4624"/>
                  </a:lnTo>
                  <a:lnTo>
                    <a:pt x="4624" y="1"/>
                  </a:lnTo>
                  <a:close/>
                </a:path>
              </a:pathLst>
            </a:custGeom>
            <a:solidFill>
              <a:srgbClr val="E898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7"/>
            <p:cNvSpPr/>
            <p:nvPr/>
          </p:nvSpPr>
          <p:spPr>
            <a:xfrm>
              <a:off x="5309007" y="3136513"/>
              <a:ext cx="8464" cy="554288"/>
            </a:xfrm>
            <a:custGeom>
              <a:avLst/>
              <a:gdLst/>
              <a:ahLst/>
              <a:cxnLst/>
              <a:rect l="l" t="t" r="r" b="b"/>
              <a:pathLst>
                <a:path w="323" h="21152" extrusionOk="0">
                  <a:moveTo>
                    <a:pt x="166" y="1"/>
                  </a:moveTo>
                  <a:lnTo>
                    <a:pt x="0" y="21152"/>
                  </a:lnTo>
                  <a:lnTo>
                    <a:pt x="322" y="21152"/>
                  </a:lnTo>
                  <a:lnTo>
                    <a:pt x="166" y="1"/>
                  </a:ln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5" name="Google Shape;115;p7"/>
          <p:cNvSpPr/>
          <p:nvPr/>
        </p:nvSpPr>
        <p:spPr>
          <a:xfrm>
            <a:off x="318213" y="4418900"/>
            <a:ext cx="108650" cy="108650"/>
          </a:xfrm>
          <a:custGeom>
            <a:avLst/>
            <a:gdLst/>
            <a:ahLst/>
            <a:cxnLst/>
            <a:rect l="l" t="t" r="r" b="b"/>
            <a:pathLst>
              <a:path w="4346" h="4346" extrusionOk="0">
                <a:moveTo>
                  <a:pt x="4008" y="356"/>
                </a:moveTo>
                <a:lnTo>
                  <a:pt x="4008" y="4027"/>
                </a:lnTo>
                <a:lnTo>
                  <a:pt x="338" y="4027"/>
                </a:lnTo>
                <a:lnTo>
                  <a:pt x="338" y="356"/>
                </a:lnTo>
                <a:close/>
                <a:moveTo>
                  <a:pt x="1" y="1"/>
                </a:moveTo>
                <a:lnTo>
                  <a:pt x="1" y="4345"/>
                </a:lnTo>
                <a:lnTo>
                  <a:pt x="4346" y="4345"/>
                </a:lnTo>
                <a:lnTo>
                  <a:pt x="4346" y="1"/>
                </a:lnTo>
                <a:close/>
              </a:path>
            </a:pathLst>
          </a:custGeom>
          <a:solidFill>
            <a:srgbClr val="E898A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7"/>
          <p:cNvSpPr/>
          <p:nvPr/>
        </p:nvSpPr>
        <p:spPr>
          <a:xfrm>
            <a:off x="454463" y="4741475"/>
            <a:ext cx="164350" cy="164350"/>
          </a:xfrm>
          <a:custGeom>
            <a:avLst/>
            <a:gdLst/>
            <a:ahLst/>
            <a:cxnLst/>
            <a:rect l="l" t="t" r="r" b="b"/>
            <a:pathLst>
              <a:path w="6574" h="6574" extrusionOk="0">
                <a:moveTo>
                  <a:pt x="6218" y="337"/>
                </a:moveTo>
                <a:lnTo>
                  <a:pt x="6218" y="6236"/>
                </a:lnTo>
                <a:lnTo>
                  <a:pt x="319" y="6236"/>
                </a:lnTo>
                <a:lnTo>
                  <a:pt x="319" y="337"/>
                </a:lnTo>
                <a:close/>
                <a:moveTo>
                  <a:pt x="0" y="0"/>
                </a:moveTo>
                <a:lnTo>
                  <a:pt x="0" y="6573"/>
                </a:lnTo>
                <a:lnTo>
                  <a:pt x="6555" y="6573"/>
                </a:lnTo>
                <a:lnTo>
                  <a:pt x="6573" y="0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71" name="Google Shape;171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72" name="Google Shape;172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"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3"/>
          <p:cNvSpPr txBox="1">
            <a:spLocks noGrp="1"/>
          </p:cNvSpPr>
          <p:nvPr>
            <p:ph type="subTitle" idx="1"/>
          </p:nvPr>
        </p:nvSpPr>
        <p:spPr>
          <a:xfrm>
            <a:off x="6429027" y="3829680"/>
            <a:ext cx="2428200" cy="57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258" name="Google Shape;258;p13"/>
          <p:cNvSpPr/>
          <p:nvPr/>
        </p:nvSpPr>
        <p:spPr>
          <a:xfrm>
            <a:off x="7647375" y="949600"/>
            <a:ext cx="167150" cy="167150"/>
          </a:xfrm>
          <a:custGeom>
            <a:avLst/>
            <a:gdLst/>
            <a:ahLst/>
            <a:cxnLst/>
            <a:rect l="l" t="t" r="r" b="b"/>
            <a:pathLst>
              <a:path w="6686" h="6686" extrusionOk="0">
                <a:moveTo>
                  <a:pt x="6236" y="450"/>
                </a:moveTo>
                <a:lnTo>
                  <a:pt x="6236" y="6236"/>
                </a:lnTo>
                <a:lnTo>
                  <a:pt x="450" y="6236"/>
                </a:lnTo>
                <a:lnTo>
                  <a:pt x="450" y="450"/>
                </a:lnTo>
                <a:close/>
                <a:moveTo>
                  <a:pt x="0" y="0"/>
                </a:moveTo>
                <a:lnTo>
                  <a:pt x="0" y="6686"/>
                </a:lnTo>
                <a:lnTo>
                  <a:pt x="6686" y="6686"/>
                </a:lnTo>
                <a:lnTo>
                  <a:pt x="6686" y="0"/>
                </a:lnTo>
                <a:close/>
              </a:path>
            </a:pathLst>
          </a:custGeom>
          <a:solidFill>
            <a:srgbClr val="FFD6E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" name="Google Shape;259;p13"/>
          <p:cNvSpPr/>
          <p:nvPr/>
        </p:nvSpPr>
        <p:spPr>
          <a:xfrm>
            <a:off x="8985850" y="411675"/>
            <a:ext cx="108650" cy="108650"/>
          </a:xfrm>
          <a:custGeom>
            <a:avLst/>
            <a:gdLst/>
            <a:ahLst/>
            <a:cxnLst/>
            <a:rect l="l" t="t" r="r" b="b"/>
            <a:pathLst>
              <a:path w="4346" h="4346" extrusionOk="0">
                <a:moveTo>
                  <a:pt x="4008" y="356"/>
                </a:moveTo>
                <a:lnTo>
                  <a:pt x="4008" y="4027"/>
                </a:lnTo>
                <a:lnTo>
                  <a:pt x="338" y="4027"/>
                </a:lnTo>
                <a:lnTo>
                  <a:pt x="338" y="356"/>
                </a:lnTo>
                <a:close/>
                <a:moveTo>
                  <a:pt x="1" y="1"/>
                </a:moveTo>
                <a:lnTo>
                  <a:pt x="1" y="4345"/>
                </a:lnTo>
                <a:lnTo>
                  <a:pt x="4346" y="4345"/>
                </a:lnTo>
                <a:lnTo>
                  <a:pt x="4346" y="1"/>
                </a:lnTo>
                <a:close/>
              </a:path>
            </a:pathLst>
          </a:custGeom>
          <a:solidFill>
            <a:srgbClr val="E898A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" name="Google Shape;260;p13"/>
          <p:cNvSpPr/>
          <p:nvPr/>
        </p:nvSpPr>
        <p:spPr>
          <a:xfrm>
            <a:off x="8359450" y="555875"/>
            <a:ext cx="52475" cy="52450"/>
          </a:xfrm>
          <a:custGeom>
            <a:avLst/>
            <a:gdLst/>
            <a:ahLst/>
            <a:cxnLst/>
            <a:rect l="l" t="t" r="r" b="b"/>
            <a:pathLst>
              <a:path w="2099" h="2098" extrusionOk="0">
                <a:moveTo>
                  <a:pt x="1761" y="319"/>
                </a:moveTo>
                <a:lnTo>
                  <a:pt x="1761" y="1761"/>
                </a:lnTo>
                <a:lnTo>
                  <a:pt x="319" y="1761"/>
                </a:lnTo>
                <a:lnTo>
                  <a:pt x="319" y="319"/>
                </a:lnTo>
                <a:close/>
                <a:moveTo>
                  <a:pt x="1" y="0"/>
                </a:moveTo>
                <a:lnTo>
                  <a:pt x="1" y="2098"/>
                </a:lnTo>
                <a:lnTo>
                  <a:pt x="2098" y="2098"/>
                </a:lnTo>
                <a:lnTo>
                  <a:pt x="2098" y="0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1" name="Google Shape;261;p13"/>
          <p:cNvSpPr/>
          <p:nvPr/>
        </p:nvSpPr>
        <p:spPr>
          <a:xfrm>
            <a:off x="9122100" y="734250"/>
            <a:ext cx="164350" cy="164350"/>
          </a:xfrm>
          <a:custGeom>
            <a:avLst/>
            <a:gdLst/>
            <a:ahLst/>
            <a:cxnLst/>
            <a:rect l="l" t="t" r="r" b="b"/>
            <a:pathLst>
              <a:path w="6574" h="6574" extrusionOk="0">
                <a:moveTo>
                  <a:pt x="6218" y="337"/>
                </a:moveTo>
                <a:lnTo>
                  <a:pt x="6218" y="6236"/>
                </a:lnTo>
                <a:lnTo>
                  <a:pt x="319" y="6236"/>
                </a:lnTo>
                <a:lnTo>
                  <a:pt x="319" y="337"/>
                </a:lnTo>
                <a:close/>
                <a:moveTo>
                  <a:pt x="0" y="0"/>
                </a:moveTo>
                <a:lnTo>
                  <a:pt x="0" y="6573"/>
                </a:lnTo>
                <a:lnTo>
                  <a:pt x="6555" y="6573"/>
                </a:lnTo>
                <a:lnTo>
                  <a:pt x="6573" y="0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2" name="Google Shape;262;p13"/>
          <p:cNvSpPr/>
          <p:nvPr/>
        </p:nvSpPr>
        <p:spPr>
          <a:xfrm>
            <a:off x="8798600" y="1088650"/>
            <a:ext cx="155925" cy="156375"/>
          </a:xfrm>
          <a:custGeom>
            <a:avLst/>
            <a:gdLst/>
            <a:ahLst/>
            <a:cxnLst/>
            <a:rect l="l" t="t" r="r" b="b"/>
            <a:pathLst>
              <a:path w="6237" h="6255" extrusionOk="0">
                <a:moveTo>
                  <a:pt x="0" y="0"/>
                </a:moveTo>
                <a:lnTo>
                  <a:pt x="0" y="6255"/>
                </a:lnTo>
                <a:lnTo>
                  <a:pt x="6236" y="6255"/>
                </a:lnTo>
                <a:lnTo>
                  <a:pt x="623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3" name="Google Shape;263;p13"/>
          <p:cNvSpPr/>
          <p:nvPr/>
        </p:nvSpPr>
        <p:spPr>
          <a:xfrm>
            <a:off x="6099342" y="-150600"/>
            <a:ext cx="96045" cy="95462"/>
          </a:xfrm>
          <a:custGeom>
            <a:avLst/>
            <a:gdLst/>
            <a:ahLst/>
            <a:cxnLst/>
            <a:rect l="l" t="t" r="r" b="b"/>
            <a:pathLst>
              <a:path w="3128" h="3109" extrusionOk="0">
                <a:moveTo>
                  <a:pt x="2678" y="431"/>
                </a:moveTo>
                <a:lnTo>
                  <a:pt x="2678" y="2659"/>
                </a:lnTo>
                <a:lnTo>
                  <a:pt x="450" y="2659"/>
                </a:lnTo>
                <a:lnTo>
                  <a:pt x="450" y="431"/>
                </a:lnTo>
                <a:close/>
                <a:moveTo>
                  <a:pt x="0" y="0"/>
                </a:moveTo>
                <a:lnTo>
                  <a:pt x="0" y="3109"/>
                </a:lnTo>
                <a:lnTo>
                  <a:pt x="3128" y="3109"/>
                </a:lnTo>
                <a:lnTo>
                  <a:pt x="3128" y="0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4" name="Google Shape;264;p13"/>
          <p:cNvSpPr/>
          <p:nvPr/>
        </p:nvSpPr>
        <p:spPr>
          <a:xfrm>
            <a:off x="6702523" y="444536"/>
            <a:ext cx="95493" cy="95462"/>
          </a:xfrm>
          <a:custGeom>
            <a:avLst/>
            <a:gdLst/>
            <a:ahLst/>
            <a:cxnLst/>
            <a:rect l="l" t="t" r="r" b="b"/>
            <a:pathLst>
              <a:path w="3110" h="3109" extrusionOk="0">
                <a:moveTo>
                  <a:pt x="2678" y="450"/>
                </a:moveTo>
                <a:lnTo>
                  <a:pt x="2678" y="2678"/>
                </a:lnTo>
                <a:lnTo>
                  <a:pt x="450" y="2678"/>
                </a:lnTo>
                <a:lnTo>
                  <a:pt x="450" y="450"/>
                </a:lnTo>
                <a:close/>
                <a:moveTo>
                  <a:pt x="1" y="0"/>
                </a:moveTo>
                <a:lnTo>
                  <a:pt x="1" y="3109"/>
                </a:lnTo>
                <a:lnTo>
                  <a:pt x="3109" y="3109"/>
                </a:lnTo>
                <a:lnTo>
                  <a:pt x="3109" y="0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5" name="Google Shape;265;p13"/>
          <p:cNvSpPr/>
          <p:nvPr/>
        </p:nvSpPr>
        <p:spPr>
          <a:xfrm>
            <a:off x="5904975" y="143222"/>
            <a:ext cx="82259" cy="82259"/>
          </a:xfrm>
          <a:custGeom>
            <a:avLst/>
            <a:gdLst/>
            <a:ahLst/>
            <a:cxnLst/>
            <a:rect l="l" t="t" r="r" b="b"/>
            <a:pathLst>
              <a:path w="2679" h="2679" extrusionOk="0">
                <a:moveTo>
                  <a:pt x="1" y="1"/>
                </a:moveTo>
                <a:lnTo>
                  <a:pt x="1" y="2679"/>
                </a:lnTo>
                <a:lnTo>
                  <a:pt x="2679" y="2679"/>
                </a:lnTo>
                <a:lnTo>
                  <a:pt x="2679" y="1"/>
                </a:lnTo>
                <a:close/>
              </a:path>
            </a:pathLst>
          </a:custGeom>
          <a:solidFill>
            <a:srgbClr val="00CF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6" name="Google Shape;266;p13"/>
          <p:cNvSpPr/>
          <p:nvPr/>
        </p:nvSpPr>
        <p:spPr>
          <a:xfrm>
            <a:off x="285750" y="4542650"/>
            <a:ext cx="52475" cy="52450"/>
          </a:xfrm>
          <a:custGeom>
            <a:avLst/>
            <a:gdLst/>
            <a:ahLst/>
            <a:cxnLst/>
            <a:rect l="l" t="t" r="r" b="b"/>
            <a:pathLst>
              <a:path w="2099" h="2098" extrusionOk="0">
                <a:moveTo>
                  <a:pt x="1761" y="319"/>
                </a:moveTo>
                <a:lnTo>
                  <a:pt x="1761" y="1761"/>
                </a:lnTo>
                <a:lnTo>
                  <a:pt x="319" y="1761"/>
                </a:lnTo>
                <a:lnTo>
                  <a:pt x="319" y="319"/>
                </a:lnTo>
                <a:close/>
                <a:moveTo>
                  <a:pt x="1" y="0"/>
                </a:moveTo>
                <a:lnTo>
                  <a:pt x="1" y="2098"/>
                </a:lnTo>
                <a:lnTo>
                  <a:pt x="2098" y="2098"/>
                </a:lnTo>
                <a:lnTo>
                  <a:pt x="2098" y="0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" name="Google Shape;267;p13"/>
          <p:cNvSpPr/>
          <p:nvPr/>
        </p:nvSpPr>
        <p:spPr>
          <a:xfrm>
            <a:off x="439150" y="4803400"/>
            <a:ext cx="155925" cy="156375"/>
          </a:xfrm>
          <a:custGeom>
            <a:avLst/>
            <a:gdLst/>
            <a:ahLst/>
            <a:cxnLst/>
            <a:rect l="l" t="t" r="r" b="b"/>
            <a:pathLst>
              <a:path w="6237" h="6255" extrusionOk="0">
                <a:moveTo>
                  <a:pt x="0" y="0"/>
                </a:moveTo>
                <a:lnTo>
                  <a:pt x="0" y="6255"/>
                </a:lnTo>
                <a:lnTo>
                  <a:pt x="6236" y="6255"/>
                </a:lnTo>
                <a:lnTo>
                  <a:pt x="623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" name="Google Shape;268;p13"/>
          <p:cNvSpPr txBox="1">
            <a:spLocks noGrp="1"/>
          </p:cNvSpPr>
          <p:nvPr>
            <p:ph type="ctrTitle"/>
          </p:nvPr>
        </p:nvSpPr>
        <p:spPr>
          <a:xfrm>
            <a:off x="970814" y="3396800"/>
            <a:ext cx="21525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2000">
                <a:solidFill>
                  <a:schemeClr val="lt1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9pPr>
          </a:lstStyle>
          <a:p>
            <a:endParaRPr/>
          </a:p>
        </p:txBody>
      </p:sp>
      <p:sp>
        <p:nvSpPr>
          <p:cNvPr id="269" name="Google Shape;269;p13"/>
          <p:cNvSpPr txBox="1">
            <a:spLocks noGrp="1"/>
          </p:cNvSpPr>
          <p:nvPr>
            <p:ph type="subTitle" idx="2"/>
          </p:nvPr>
        </p:nvSpPr>
        <p:spPr>
          <a:xfrm>
            <a:off x="970814" y="3829680"/>
            <a:ext cx="2428200" cy="57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270" name="Google Shape;270;p13"/>
          <p:cNvSpPr txBox="1">
            <a:spLocks noGrp="1"/>
          </p:cNvSpPr>
          <p:nvPr>
            <p:ph type="title" idx="3" hasCustomPrompt="1"/>
          </p:nvPr>
        </p:nvSpPr>
        <p:spPr>
          <a:xfrm>
            <a:off x="970814" y="2645887"/>
            <a:ext cx="17538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271" name="Google Shape;271;p13"/>
          <p:cNvSpPr txBox="1">
            <a:spLocks noGrp="1"/>
          </p:cNvSpPr>
          <p:nvPr>
            <p:ph type="ctrTitle" idx="4"/>
          </p:nvPr>
        </p:nvSpPr>
        <p:spPr>
          <a:xfrm>
            <a:off x="3690348" y="3396800"/>
            <a:ext cx="13866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2000">
                <a:solidFill>
                  <a:schemeClr val="lt1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9pPr>
          </a:lstStyle>
          <a:p>
            <a:endParaRPr/>
          </a:p>
        </p:txBody>
      </p:sp>
      <p:sp>
        <p:nvSpPr>
          <p:cNvPr id="272" name="Google Shape;272;p13"/>
          <p:cNvSpPr txBox="1">
            <a:spLocks noGrp="1"/>
          </p:cNvSpPr>
          <p:nvPr>
            <p:ph type="subTitle" idx="5"/>
          </p:nvPr>
        </p:nvSpPr>
        <p:spPr>
          <a:xfrm>
            <a:off x="3690341" y="3829680"/>
            <a:ext cx="2428200" cy="57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273" name="Google Shape;273;p13"/>
          <p:cNvSpPr txBox="1">
            <a:spLocks noGrp="1"/>
          </p:cNvSpPr>
          <p:nvPr>
            <p:ph type="title" idx="6" hasCustomPrompt="1"/>
          </p:nvPr>
        </p:nvSpPr>
        <p:spPr>
          <a:xfrm>
            <a:off x="3690341" y="2645887"/>
            <a:ext cx="17538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None/>
              <a:defRPr sz="4800"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274" name="Google Shape;274;p13"/>
          <p:cNvSpPr txBox="1">
            <a:spLocks noGrp="1"/>
          </p:cNvSpPr>
          <p:nvPr>
            <p:ph type="ctrTitle" idx="7"/>
          </p:nvPr>
        </p:nvSpPr>
        <p:spPr>
          <a:xfrm>
            <a:off x="618825" y="411675"/>
            <a:ext cx="45762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9pPr>
          </a:lstStyle>
          <a:p>
            <a:endParaRPr/>
          </a:p>
        </p:txBody>
      </p:sp>
      <p:sp>
        <p:nvSpPr>
          <p:cNvPr id="275" name="Google Shape;275;p13"/>
          <p:cNvSpPr txBox="1">
            <a:spLocks noGrp="1"/>
          </p:cNvSpPr>
          <p:nvPr>
            <p:ph type="ctrTitle" idx="8"/>
          </p:nvPr>
        </p:nvSpPr>
        <p:spPr>
          <a:xfrm>
            <a:off x="6428436" y="3377738"/>
            <a:ext cx="22518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2000">
                <a:solidFill>
                  <a:schemeClr val="lt1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9pPr>
          </a:lstStyle>
          <a:p>
            <a:endParaRPr/>
          </a:p>
        </p:txBody>
      </p:sp>
      <p:sp>
        <p:nvSpPr>
          <p:cNvPr id="276" name="Google Shape;276;p13"/>
          <p:cNvSpPr txBox="1">
            <a:spLocks noGrp="1"/>
          </p:cNvSpPr>
          <p:nvPr>
            <p:ph type="title" idx="9" hasCustomPrompt="1"/>
          </p:nvPr>
        </p:nvSpPr>
        <p:spPr>
          <a:xfrm>
            <a:off x="6428436" y="2645887"/>
            <a:ext cx="17538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277" name="Google Shape;277;p13"/>
          <p:cNvSpPr txBox="1">
            <a:spLocks noGrp="1"/>
          </p:cNvSpPr>
          <p:nvPr>
            <p:ph type="ctrTitle" idx="13"/>
          </p:nvPr>
        </p:nvSpPr>
        <p:spPr>
          <a:xfrm>
            <a:off x="6429027" y="3396800"/>
            <a:ext cx="22518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2000">
                <a:solidFill>
                  <a:schemeClr val="lt1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list">
  <p:cSld name="CUSTOM_4">
    <p:spTree>
      <p:nvGrpSpPr>
        <p:cNvPr id="1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20"/>
          <p:cNvSpPr txBox="1">
            <a:spLocks noGrp="1"/>
          </p:cNvSpPr>
          <p:nvPr>
            <p:ph type="body" idx="1"/>
          </p:nvPr>
        </p:nvSpPr>
        <p:spPr>
          <a:xfrm>
            <a:off x="597375" y="1063525"/>
            <a:ext cx="3908700" cy="378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21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ivvic Light"/>
              <a:buChar char="●"/>
              <a:defRPr sz="1200"/>
            </a:lvl1pPr>
            <a:lvl2pPr marL="914400" lvl="1" indent="-292100" rtl="0">
              <a:spcBef>
                <a:spcPts val="1600"/>
              </a:spcBef>
              <a:spcAft>
                <a:spcPts val="0"/>
              </a:spcAft>
              <a:buSzPts val="1000"/>
              <a:buFont typeface="Nunito Light"/>
              <a:buChar char="○"/>
              <a:defRPr/>
            </a:lvl2pPr>
            <a:lvl3pPr marL="1371600" lvl="2" indent="-292100" rtl="0">
              <a:spcBef>
                <a:spcPts val="1600"/>
              </a:spcBef>
              <a:spcAft>
                <a:spcPts val="0"/>
              </a:spcAft>
              <a:buSzPts val="1000"/>
              <a:buFont typeface="Nunito Light"/>
              <a:buChar char="■"/>
              <a:defRPr/>
            </a:lvl3pPr>
            <a:lvl4pPr marL="1828800" lvl="3" indent="-292100" rtl="0">
              <a:spcBef>
                <a:spcPts val="1600"/>
              </a:spcBef>
              <a:spcAft>
                <a:spcPts val="0"/>
              </a:spcAft>
              <a:buSzPts val="1000"/>
              <a:buFont typeface="Nunito Light"/>
              <a:buChar char="●"/>
              <a:defRPr/>
            </a:lvl4pPr>
            <a:lvl5pPr marL="2286000" lvl="4" indent="-292100" rtl="0">
              <a:spcBef>
                <a:spcPts val="1600"/>
              </a:spcBef>
              <a:spcAft>
                <a:spcPts val="0"/>
              </a:spcAft>
              <a:buSzPts val="1000"/>
              <a:buFont typeface="Nunito Light"/>
              <a:buChar char="○"/>
              <a:defRPr/>
            </a:lvl5pPr>
            <a:lvl6pPr marL="2743200" lvl="5" indent="-292100" rtl="0">
              <a:spcBef>
                <a:spcPts val="1600"/>
              </a:spcBef>
              <a:spcAft>
                <a:spcPts val="0"/>
              </a:spcAft>
              <a:buSzPts val="1000"/>
              <a:buFont typeface="Nunito Light"/>
              <a:buChar char="■"/>
              <a:defRPr/>
            </a:lvl6pPr>
            <a:lvl7pPr marL="3200400" lvl="6" indent="-292100" rtl="0">
              <a:spcBef>
                <a:spcPts val="1600"/>
              </a:spcBef>
              <a:spcAft>
                <a:spcPts val="0"/>
              </a:spcAft>
              <a:buSzPts val="1000"/>
              <a:buFont typeface="Nunito Light"/>
              <a:buChar char="●"/>
              <a:defRPr/>
            </a:lvl7pPr>
            <a:lvl8pPr marL="3657600" lvl="7" indent="-292100" rtl="0">
              <a:spcBef>
                <a:spcPts val="1600"/>
              </a:spcBef>
              <a:spcAft>
                <a:spcPts val="0"/>
              </a:spcAft>
              <a:buSzPts val="1000"/>
              <a:buFont typeface="Nunito Light"/>
              <a:buChar char="○"/>
              <a:defRPr/>
            </a:lvl8pPr>
            <a:lvl9pPr marL="4114800" lvl="8" indent="-292100" rtl="0">
              <a:spcBef>
                <a:spcPts val="1600"/>
              </a:spcBef>
              <a:spcAft>
                <a:spcPts val="1600"/>
              </a:spcAft>
              <a:buSzPts val="10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411" name="Google Shape;411;p20"/>
          <p:cNvSpPr txBox="1">
            <a:spLocks noGrp="1"/>
          </p:cNvSpPr>
          <p:nvPr>
            <p:ph type="ctrTitle"/>
          </p:nvPr>
        </p:nvSpPr>
        <p:spPr>
          <a:xfrm>
            <a:off x="618825" y="411675"/>
            <a:ext cx="47277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9pPr>
          </a:lstStyle>
          <a:p>
            <a:endParaRPr/>
          </a:p>
        </p:txBody>
      </p:sp>
      <p:sp>
        <p:nvSpPr>
          <p:cNvPr id="412" name="Google Shape;412;p20"/>
          <p:cNvSpPr txBox="1">
            <a:spLocks noGrp="1"/>
          </p:cNvSpPr>
          <p:nvPr>
            <p:ph type="body" idx="2"/>
          </p:nvPr>
        </p:nvSpPr>
        <p:spPr>
          <a:xfrm>
            <a:off x="4690125" y="1063525"/>
            <a:ext cx="3908700" cy="378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21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5D37"/>
              </a:buClr>
              <a:buSzPts val="1000"/>
              <a:buFont typeface="Livvic Light"/>
              <a:buChar char="●"/>
              <a:defRPr sz="1200"/>
            </a:lvl1pPr>
            <a:lvl2pPr marL="914400" lvl="1" indent="-292100" rtl="0">
              <a:spcBef>
                <a:spcPts val="1600"/>
              </a:spcBef>
              <a:spcAft>
                <a:spcPts val="0"/>
              </a:spcAft>
              <a:buClr>
                <a:srgbClr val="FFC800"/>
              </a:buClr>
              <a:buSzPts val="1000"/>
              <a:buFont typeface="Nunito Light"/>
              <a:buChar char="○"/>
              <a:defRPr/>
            </a:lvl2pPr>
            <a:lvl3pPr marL="1371600" lvl="2" indent="-292100" rtl="0">
              <a:spcBef>
                <a:spcPts val="1600"/>
              </a:spcBef>
              <a:spcAft>
                <a:spcPts val="0"/>
              </a:spcAft>
              <a:buClr>
                <a:srgbClr val="FFC800"/>
              </a:buClr>
              <a:buSzPts val="1000"/>
              <a:buFont typeface="Nunito Light"/>
              <a:buChar char="■"/>
              <a:defRPr/>
            </a:lvl3pPr>
            <a:lvl4pPr marL="1828800" lvl="3" indent="-292100" rtl="0">
              <a:spcBef>
                <a:spcPts val="1600"/>
              </a:spcBef>
              <a:spcAft>
                <a:spcPts val="0"/>
              </a:spcAft>
              <a:buClr>
                <a:srgbClr val="FFC800"/>
              </a:buClr>
              <a:buSzPts val="1000"/>
              <a:buFont typeface="Nunito Light"/>
              <a:buChar char="●"/>
              <a:defRPr/>
            </a:lvl4pPr>
            <a:lvl5pPr marL="2286000" lvl="4" indent="-292100" rtl="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000"/>
              <a:buFont typeface="Nunito Light"/>
              <a:buChar char="○"/>
              <a:defRPr/>
            </a:lvl5pPr>
            <a:lvl6pPr marL="2743200" lvl="5" indent="-292100" rtl="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000"/>
              <a:buFont typeface="Nunito Light"/>
              <a:buChar char="■"/>
              <a:defRPr/>
            </a:lvl6pPr>
            <a:lvl7pPr marL="3200400" lvl="6" indent="-292100" rtl="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000"/>
              <a:buFont typeface="Nunito Light"/>
              <a:buChar char="●"/>
              <a:defRPr/>
            </a:lvl7pPr>
            <a:lvl8pPr marL="3657600" lvl="7" indent="-292100" rtl="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000"/>
              <a:buFont typeface="Nunito Light"/>
              <a:buChar char="○"/>
              <a:defRPr/>
            </a:lvl8pPr>
            <a:lvl9pPr marL="4114800" lvl="8" indent="-292100" rtl="0">
              <a:spcBef>
                <a:spcPts val="1600"/>
              </a:spcBef>
              <a:spcAft>
                <a:spcPts val="1600"/>
              </a:spcAft>
              <a:buClr>
                <a:srgbClr val="434343"/>
              </a:buClr>
              <a:buSzPts val="10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413" name="Google Shape;413;p20"/>
          <p:cNvSpPr/>
          <p:nvPr/>
        </p:nvSpPr>
        <p:spPr>
          <a:xfrm>
            <a:off x="8829925" y="1123700"/>
            <a:ext cx="108650" cy="108625"/>
          </a:xfrm>
          <a:custGeom>
            <a:avLst/>
            <a:gdLst/>
            <a:ahLst/>
            <a:cxnLst/>
            <a:rect l="l" t="t" r="r" b="b"/>
            <a:pathLst>
              <a:path w="4346" h="4345" extrusionOk="0">
                <a:moveTo>
                  <a:pt x="4027" y="337"/>
                </a:moveTo>
                <a:lnTo>
                  <a:pt x="4027" y="4008"/>
                </a:lnTo>
                <a:lnTo>
                  <a:pt x="338" y="4008"/>
                </a:lnTo>
                <a:lnTo>
                  <a:pt x="338" y="337"/>
                </a:lnTo>
                <a:close/>
                <a:moveTo>
                  <a:pt x="1" y="0"/>
                </a:moveTo>
                <a:lnTo>
                  <a:pt x="1" y="4345"/>
                </a:lnTo>
                <a:lnTo>
                  <a:pt x="4346" y="4345"/>
                </a:lnTo>
                <a:lnTo>
                  <a:pt x="4346" y="0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4" name="Google Shape;414;p20"/>
          <p:cNvSpPr/>
          <p:nvPr/>
        </p:nvSpPr>
        <p:spPr>
          <a:xfrm>
            <a:off x="9156250" y="1340450"/>
            <a:ext cx="111450" cy="110975"/>
          </a:xfrm>
          <a:custGeom>
            <a:avLst/>
            <a:gdLst/>
            <a:ahLst/>
            <a:cxnLst/>
            <a:rect l="l" t="t" r="r" b="b"/>
            <a:pathLst>
              <a:path w="4458" h="4439" extrusionOk="0">
                <a:moveTo>
                  <a:pt x="4008" y="431"/>
                </a:moveTo>
                <a:lnTo>
                  <a:pt x="4008" y="4008"/>
                </a:lnTo>
                <a:lnTo>
                  <a:pt x="431" y="4008"/>
                </a:lnTo>
                <a:lnTo>
                  <a:pt x="431" y="431"/>
                </a:lnTo>
                <a:close/>
                <a:moveTo>
                  <a:pt x="0" y="1"/>
                </a:moveTo>
                <a:lnTo>
                  <a:pt x="0" y="4439"/>
                </a:lnTo>
                <a:lnTo>
                  <a:pt x="4457" y="4439"/>
                </a:lnTo>
                <a:lnTo>
                  <a:pt x="4457" y="1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5" name="Google Shape;415;p20"/>
          <p:cNvSpPr/>
          <p:nvPr/>
        </p:nvSpPr>
        <p:spPr>
          <a:xfrm>
            <a:off x="5809850" y="214400"/>
            <a:ext cx="108625" cy="108625"/>
          </a:xfrm>
          <a:custGeom>
            <a:avLst/>
            <a:gdLst/>
            <a:ahLst/>
            <a:cxnLst/>
            <a:rect l="l" t="t" r="r" b="b"/>
            <a:pathLst>
              <a:path w="4345" h="4345" extrusionOk="0">
                <a:moveTo>
                  <a:pt x="4008" y="337"/>
                </a:moveTo>
                <a:lnTo>
                  <a:pt x="4008" y="4008"/>
                </a:lnTo>
                <a:lnTo>
                  <a:pt x="337" y="4008"/>
                </a:lnTo>
                <a:lnTo>
                  <a:pt x="337" y="337"/>
                </a:lnTo>
                <a:close/>
                <a:moveTo>
                  <a:pt x="0" y="0"/>
                </a:moveTo>
                <a:lnTo>
                  <a:pt x="0" y="4345"/>
                </a:lnTo>
                <a:lnTo>
                  <a:pt x="4345" y="4345"/>
                </a:lnTo>
                <a:lnTo>
                  <a:pt x="4345" y="0"/>
                </a:lnTo>
                <a:close/>
              </a:path>
            </a:pathLst>
          </a:custGeom>
          <a:solidFill>
            <a:srgbClr val="E898A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6" name="Google Shape;416;p20"/>
          <p:cNvSpPr/>
          <p:nvPr/>
        </p:nvSpPr>
        <p:spPr>
          <a:xfrm>
            <a:off x="7079800" y="420088"/>
            <a:ext cx="164825" cy="164375"/>
          </a:xfrm>
          <a:custGeom>
            <a:avLst/>
            <a:gdLst/>
            <a:ahLst/>
            <a:cxnLst/>
            <a:rect l="l" t="t" r="r" b="b"/>
            <a:pathLst>
              <a:path w="6593" h="6575" extrusionOk="0">
                <a:moveTo>
                  <a:pt x="6256" y="338"/>
                </a:moveTo>
                <a:lnTo>
                  <a:pt x="6256" y="6237"/>
                </a:lnTo>
                <a:lnTo>
                  <a:pt x="338" y="6237"/>
                </a:lnTo>
                <a:lnTo>
                  <a:pt x="338" y="338"/>
                </a:lnTo>
                <a:close/>
                <a:moveTo>
                  <a:pt x="1" y="1"/>
                </a:moveTo>
                <a:lnTo>
                  <a:pt x="1" y="6574"/>
                </a:lnTo>
                <a:lnTo>
                  <a:pt x="6593" y="6574"/>
                </a:lnTo>
                <a:lnTo>
                  <a:pt x="6593" y="1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7" name="Google Shape;417;p20"/>
          <p:cNvSpPr/>
          <p:nvPr/>
        </p:nvSpPr>
        <p:spPr>
          <a:xfrm>
            <a:off x="7952700" y="278513"/>
            <a:ext cx="44975" cy="44500"/>
          </a:xfrm>
          <a:custGeom>
            <a:avLst/>
            <a:gdLst/>
            <a:ahLst/>
            <a:cxnLst/>
            <a:rect l="l" t="t" r="r" b="b"/>
            <a:pathLst>
              <a:path w="1799" h="1780" extrusionOk="0">
                <a:moveTo>
                  <a:pt x="1" y="1"/>
                </a:moveTo>
                <a:lnTo>
                  <a:pt x="1" y="1780"/>
                </a:lnTo>
                <a:lnTo>
                  <a:pt x="1798" y="1780"/>
                </a:lnTo>
                <a:lnTo>
                  <a:pt x="1798" y="1"/>
                </a:lnTo>
                <a:close/>
              </a:path>
            </a:pathLst>
          </a:custGeom>
          <a:solidFill>
            <a:srgbClr val="00CF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8" name="Google Shape;418;p20"/>
          <p:cNvSpPr/>
          <p:nvPr/>
        </p:nvSpPr>
        <p:spPr>
          <a:xfrm>
            <a:off x="7372450" y="-69325"/>
            <a:ext cx="155925" cy="155925"/>
          </a:xfrm>
          <a:custGeom>
            <a:avLst/>
            <a:gdLst/>
            <a:ahLst/>
            <a:cxnLst/>
            <a:rect l="l" t="t" r="r" b="b"/>
            <a:pathLst>
              <a:path w="6237" h="6237" extrusionOk="0">
                <a:moveTo>
                  <a:pt x="0" y="0"/>
                </a:moveTo>
                <a:lnTo>
                  <a:pt x="0" y="6236"/>
                </a:lnTo>
                <a:lnTo>
                  <a:pt x="6236" y="6236"/>
                </a:lnTo>
                <a:lnTo>
                  <a:pt x="6236" y="0"/>
                </a:lnTo>
                <a:close/>
              </a:path>
            </a:pathLst>
          </a:custGeom>
          <a:solidFill>
            <a:srgbClr val="00CF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9" name="Google Shape;419;p20"/>
          <p:cNvSpPr/>
          <p:nvPr/>
        </p:nvSpPr>
        <p:spPr>
          <a:xfrm>
            <a:off x="8464275" y="355050"/>
            <a:ext cx="155925" cy="156400"/>
          </a:xfrm>
          <a:custGeom>
            <a:avLst/>
            <a:gdLst/>
            <a:ahLst/>
            <a:cxnLst/>
            <a:rect l="l" t="t" r="r" b="b"/>
            <a:pathLst>
              <a:path w="6237" h="6256" extrusionOk="0">
                <a:moveTo>
                  <a:pt x="1" y="1"/>
                </a:moveTo>
                <a:lnTo>
                  <a:pt x="1" y="6256"/>
                </a:lnTo>
                <a:lnTo>
                  <a:pt x="6237" y="6256"/>
                </a:lnTo>
                <a:lnTo>
                  <a:pt x="6237" y="1"/>
                </a:lnTo>
                <a:close/>
              </a:path>
            </a:pathLst>
          </a:custGeom>
          <a:solidFill>
            <a:srgbClr val="00CF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0" name="Google Shape;420;p20"/>
          <p:cNvSpPr/>
          <p:nvPr/>
        </p:nvSpPr>
        <p:spPr>
          <a:xfrm>
            <a:off x="7264275" y="607363"/>
            <a:ext cx="122675" cy="122675"/>
          </a:xfrm>
          <a:custGeom>
            <a:avLst/>
            <a:gdLst/>
            <a:ahLst/>
            <a:cxnLst/>
            <a:rect l="l" t="t" r="r" b="b"/>
            <a:pathLst>
              <a:path w="4907" h="4907" extrusionOk="0">
                <a:moveTo>
                  <a:pt x="0" y="1"/>
                </a:moveTo>
                <a:lnTo>
                  <a:pt x="0" y="4907"/>
                </a:lnTo>
                <a:lnTo>
                  <a:pt x="4907" y="4907"/>
                </a:lnTo>
                <a:lnTo>
                  <a:pt x="4907" y="1"/>
                </a:lnTo>
                <a:close/>
              </a:path>
            </a:pathLst>
          </a:custGeom>
          <a:solidFill>
            <a:srgbClr val="00CF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1" name="Google Shape;421;p20"/>
          <p:cNvSpPr/>
          <p:nvPr/>
        </p:nvSpPr>
        <p:spPr>
          <a:xfrm>
            <a:off x="6298850" y="907625"/>
            <a:ext cx="155925" cy="155900"/>
          </a:xfrm>
          <a:custGeom>
            <a:avLst/>
            <a:gdLst/>
            <a:ahLst/>
            <a:cxnLst/>
            <a:rect l="l" t="t" r="r" b="b"/>
            <a:pathLst>
              <a:path w="6237" h="6236" extrusionOk="0">
                <a:moveTo>
                  <a:pt x="1" y="0"/>
                </a:moveTo>
                <a:lnTo>
                  <a:pt x="1" y="6236"/>
                </a:lnTo>
                <a:lnTo>
                  <a:pt x="6237" y="6236"/>
                </a:lnTo>
                <a:lnTo>
                  <a:pt x="6237" y="0"/>
                </a:lnTo>
                <a:close/>
              </a:path>
            </a:pathLst>
          </a:custGeom>
          <a:solidFill>
            <a:srgbClr val="E898A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2" name="Google Shape;422;p20"/>
          <p:cNvSpPr/>
          <p:nvPr/>
        </p:nvSpPr>
        <p:spPr>
          <a:xfrm>
            <a:off x="-83000" y="4540463"/>
            <a:ext cx="164825" cy="164375"/>
          </a:xfrm>
          <a:custGeom>
            <a:avLst/>
            <a:gdLst/>
            <a:ahLst/>
            <a:cxnLst/>
            <a:rect l="l" t="t" r="r" b="b"/>
            <a:pathLst>
              <a:path w="6593" h="6575" extrusionOk="0">
                <a:moveTo>
                  <a:pt x="6256" y="338"/>
                </a:moveTo>
                <a:lnTo>
                  <a:pt x="6256" y="6237"/>
                </a:lnTo>
                <a:lnTo>
                  <a:pt x="338" y="6237"/>
                </a:lnTo>
                <a:lnTo>
                  <a:pt x="338" y="338"/>
                </a:lnTo>
                <a:close/>
                <a:moveTo>
                  <a:pt x="1" y="1"/>
                </a:moveTo>
                <a:lnTo>
                  <a:pt x="1" y="6574"/>
                </a:lnTo>
                <a:lnTo>
                  <a:pt x="6593" y="6574"/>
                </a:lnTo>
                <a:lnTo>
                  <a:pt x="6593" y="1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3" name="Google Shape;423;p20"/>
          <p:cNvSpPr/>
          <p:nvPr/>
        </p:nvSpPr>
        <p:spPr>
          <a:xfrm>
            <a:off x="101475" y="4727738"/>
            <a:ext cx="122675" cy="122675"/>
          </a:xfrm>
          <a:custGeom>
            <a:avLst/>
            <a:gdLst/>
            <a:ahLst/>
            <a:cxnLst/>
            <a:rect l="l" t="t" r="r" b="b"/>
            <a:pathLst>
              <a:path w="4907" h="4907" extrusionOk="0">
                <a:moveTo>
                  <a:pt x="0" y="1"/>
                </a:moveTo>
                <a:lnTo>
                  <a:pt x="0" y="4907"/>
                </a:lnTo>
                <a:lnTo>
                  <a:pt x="4907" y="4907"/>
                </a:lnTo>
                <a:lnTo>
                  <a:pt x="4907" y="1"/>
                </a:lnTo>
                <a:close/>
              </a:path>
            </a:pathLst>
          </a:custGeom>
          <a:solidFill>
            <a:srgbClr val="00CF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5"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Share Tech"/>
              <a:buNone/>
              <a:defRPr sz="2800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Share Tech"/>
              <a:buNone/>
              <a:defRPr sz="2800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Share Tech"/>
              <a:buNone/>
              <a:defRPr sz="2800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Share Tech"/>
              <a:buNone/>
              <a:defRPr sz="2800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Share Tech"/>
              <a:buNone/>
              <a:defRPr sz="2800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Share Tech"/>
              <a:buNone/>
              <a:defRPr sz="2800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Share Tech"/>
              <a:buNone/>
              <a:defRPr sz="2800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Share Tech"/>
              <a:buNone/>
              <a:defRPr sz="2800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Share Tech"/>
              <a:buNone/>
              <a:defRPr sz="2800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ven Pro"/>
              <a:buChar char="●"/>
              <a:defRPr sz="1800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ven Pro"/>
              <a:buChar char="○"/>
              <a:defRPr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ven Pro"/>
              <a:buChar char="■"/>
              <a:defRPr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ven Pro"/>
              <a:buChar char="●"/>
              <a:defRPr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ven Pro"/>
              <a:buChar char="○"/>
              <a:defRPr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ven Pro"/>
              <a:buChar char="■"/>
              <a:defRPr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ven Pro"/>
              <a:buChar char="●"/>
              <a:defRPr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ven Pro"/>
              <a:buChar char="○"/>
              <a:defRPr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Maven Pro"/>
              <a:buChar char="■"/>
              <a:defRPr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3" r:id="rId3"/>
    <p:sldLayoutId id="2147483655" r:id="rId4"/>
    <p:sldLayoutId id="2147483659" r:id="rId5"/>
    <p:sldLayoutId id="2147483666" r:id="rId6"/>
    <p:sldLayoutId id="2147483667" r:id="rId7"/>
    <p:sldLayoutId id="2147483668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microsoft.com/office/2007/relationships/hdphoto" Target="../media/hdphoto1.wdp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.jpeg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jpeg"/><Relationship Id="rId11" Type="http://schemas.openxmlformats.org/officeDocument/2006/relationships/image" Target="../media/image10.png"/><Relationship Id="rId5" Type="http://schemas.microsoft.com/office/2007/relationships/hdphoto" Target="../media/hdphoto1.wdp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13" Type="http://schemas.openxmlformats.org/officeDocument/2006/relationships/image" Target="../media/image14.png"/><Relationship Id="rId3" Type="http://schemas.openxmlformats.org/officeDocument/2006/relationships/image" Target="../media/image3.png"/><Relationship Id="rId7" Type="http://schemas.openxmlformats.org/officeDocument/2006/relationships/image" Target="../media/image6.png"/><Relationship Id="rId12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jpeg"/><Relationship Id="rId11" Type="http://schemas.openxmlformats.org/officeDocument/2006/relationships/image" Target="../media/image9.png"/><Relationship Id="rId5" Type="http://schemas.openxmlformats.org/officeDocument/2006/relationships/image" Target="../media/image5.jpeg"/><Relationship Id="rId10" Type="http://schemas.openxmlformats.org/officeDocument/2006/relationships/image" Target="../media/image10.png"/><Relationship Id="rId4" Type="http://schemas.microsoft.com/office/2007/relationships/hdphoto" Target="../media/hdphoto1.wdp"/><Relationship Id="rId9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4.png"/><Relationship Id="rId3" Type="http://schemas.openxmlformats.org/officeDocument/2006/relationships/image" Target="../media/image3.png"/><Relationship Id="rId7" Type="http://schemas.openxmlformats.org/officeDocument/2006/relationships/image" Target="../media/image7.jpeg"/><Relationship Id="rId12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.png"/><Relationship Id="rId11" Type="http://schemas.openxmlformats.org/officeDocument/2006/relationships/image" Target="../media/image11.jpeg"/><Relationship Id="rId5" Type="http://schemas.openxmlformats.org/officeDocument/2006/relationships/image" Target="../media/image5.jpeg"/><Relationship Id="rId10" Type="http://schemas.openxmlformats.org/officeDocument/2006/relationships/image" Target="../media/image10.png"/><Relationship Id="rId4" Type="http://schemas.microsoft.com/office/2007/relationships/hdphoto" Target="../media/hdphoto1.wdp"/><Relationship Id="rId9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4" Type="http://schemas.microsoft.com/office/2007/relationships/hdphoto" Target="../media/hdphoto1.wdp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5.png"/><Relationship Id="rId4" Type="http://schemas.microsoft.com/office/2007/relationships/hdphoto" Target="../media/hdphoto1.wdp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microsoft.com/office/2007/relationships/hdphoto" Target="../media/hdphoto1.wdp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microsoft.com/office/2007/relationships/hdphoto" Target="../media/hdphoto1.wdp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Relationship Id="rId4" Type="http://schemas.microsoft.com/office/2007/relationships/hdphoto" Target="../media/hdphoto1.wdp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0.png"/><Relationship Id="rId4" Type="http://schemas.microsoft.com/office/2007/relationships/hdphoto" Target="../media/hdphoto1.wdp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Relationship Id="rId4" Type="http://schemas.microsoft.com/office/2007/relationships/hdphoto" Target="../media/hdphoto1.wdp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1.png"/><Relationship Id="rId4" Type="http://schemas.microsoft.com/office/2007/relationships/hdphoto" Target="../media/hdphoto1.wdp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2.png"/><Relationship Id="rId4" Type="http://schemas.microsoft.com/office/2007/relationships/hdphoto" Target="../media/hdphoto1.wdp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3.png"/><Relationship Id="rId4" Type="http://schemas.microsoft.com/office/2007/relationships/hdphoto" Target="../media/hdphoto1.wdp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4.png"/><Relationship Id="rId4" Type="http://schemas.microsoft.com/office/2007/relationships/hdphoto" Target="../media/hdphoto1.wdp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Relationship Id="rId4" Type="http://schemas.microsoft.com/office/2007/relationships/hdphoto" Target="../media/hdphoto1.wdp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5.png"/><Relationship Id="rId4" Type="http://schemas.microsoft.com/office/2007/relationships/hdphoto" Target="../media/hdphoto1.wdp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6.png"/><Relationship Id="rId4" Type="http://schemas.microsoft.com/office/2007/relationships/hdphoto" Target="../media/hdphoto1.wdp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7.png"/><Relationship Id="rId4" Type="http://schemas.microsoft.com/office/2007/relationships/hdphoto" Target="../media/hdphoto1.wdp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8.png"/><Relationship Id="rId4" Type="http://schemas.microsoft.com/office/2007/relationships/hdphoto" Target="../media/hdphoto1.wdp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9.png"/><Relationship Id="rId4" Type="http://schemas.microsoft.com/office/2007/relationships/hdphoto" Target="../media/hdphoto1.wdp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0.png"/><Relationship Id="rId4" Type="http://schemas.microsoft.com/office/2007/relationships/hdphoto" Target="../media/hdphoto1.wdp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1.png"/><Relationship Id="rId4" Type="http://schemas.microsoft.com/office/2007/relationships/hdphoto" Target="../media/hdphoto1.wdp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155;p1">
            <a:extLst>
              <a:ext uri="{FF2B5EF4-FFF2-40B4-BE49-F238E27FC236}">
                <a16:creationId xmlns:a16="http://schemas.microsoft.com/office/drawing/2014/main" id="{75AD574F-A3DA-5D6A-03B6-A0DAA01C5FCD}"/>
              </a:ext>
            </a:extLst>
          </p:cNvPr>
          <p:cNvSpPr txBox="1"/>
          <p:nvPr/>
        </p:nvSpPr>
        <p:spPr>
          <a:xfrm>
            <a:off x="571773" y="2116108"/>
            <a:ext cx="8055500" cy="1271619"/>
          </a:xfrm>
          <a:prstGeom prst="rect">
            <a:avLst/>
          </a:prstGeom>
          <a:noFill/>
          <a:ln>
            <a:noFill/>
          </a:ln>
          <a:effectLst>
            <a:outerShdw blurRad="142875" dist="19050" dir="8760000" algn="bl" rotWithShape="0">
              <a:srgbClr val="76A5AF">
                <a:alpha val="4941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-VN" sz="2000" b="1" dirty="0">
                <a:solidFill>
                  <a:schemeClr val="bg1"/>
                </a:solidFill>
                <a:effectLst/>
                <a:latin typeface="Montserrat" panose="00000500000000000000" pitchFamily="2" charset="-93"/>
                <a:ea typeface="Times New Roman" panose="02020603050405020304" pitchFamily="18" charset="0"/>
              </a:rPr>
              <a:t>NGHIÊN CỨU HÀNH VI CHUYỂN ĐỘNG VÀ BỘ KHUNG TƯ THẾ ỨNG DỤNG PHÁT TRIỂN HỆ THỐNG CẢNH BÁO TÉ NGÃ</a:t>
            </a:r>
            <a:endParaRPr sz="2000" dirty="0">
              <a:solidFill>
                <a:schemeClr val="bg1"/>
              </a:solidFill>
              <a:latin typeface="Montserrat" panose="00000500000000000000" pitchFamily="2" charset="-93"/>
            </a:endParaRPr>
          </a:p>
        </p:txBody>
      </p:sp>
      <p:sp>
        <p:nvSpPr>
          <p:cNvPr id="435" name="Google Shape;435;p25"/>
          <p:cNvSpPr txBox="1">
            <a:spLocks noGrp="1"/>
          </p:cNvSpPr>
          <p:nvPr>
            <p:ph type="ctrTitle" idx="4294967295"/>
          </p:nvPr>
        </p:nvSpPr>
        <p:spPr>
          <a:xfrm>
            <a:off x="1917281" y="-165560"/>
            <a:ext cx="5545137" cy="57785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sz="1600" b="1">
                <a:latin typeface="Montserrat" panose="00000500000000000000" pitchFamily="2" charset="-93"/>
              </a:rPr>
              <a:t>TRƯỜNG ĐẠI HỌC CÔNG NGHIỆP HÀ NỘI</a:t>
            </a:r>
          </a:p>
        </p:txBody>
      </p:sp>
      <p:sp>
        <p:nvSpPr>
          <p:cNvPr id="436" name="Google Shape;436;p25"/>
          <p:cNvSpPr/>
          <p:nvPr/>
        </p:nvSpPr>
        <p:spPr>
          <a:xfrm>
            <a:off x="1917281" y="4715495"/>
            <a:ext cx="121434" cy="121434"/>
          </a:xfrm>
          <a:custGeom>
            <a:avLst/>
            <a:gdLst/>
            <a:ahLst/>
            <a:cxnLst/>
            <a:rect l="l" t="t" r="r" b="b"/>
            <a:pathLst>
              <a:path w="4634" h="4634" extrusionOk="0">
                <a:moveTo>
                  <a:pt x="1" y="0"/>
                </a:moveTo>
                <a:lnTo>
                  <a:pt x="1" y="4633"/>
                </a:lnTo>
                <a:lnTo>
                  <a:pt x="4634" y="4633"/>
                </a:lnTo>
                <a:lnTo>
                  <a:pt x="4634" y="0"/>
                </a:lnTo>
                <a:close/>
              </a:path>
            </a:pathLst>
          </a:custGeom>
          <a:solidFill>
            <a:srgbClr val="E898A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7" name="Google Shape;437;p25"/>
          <p:cNvSpPr/>
          <p:nvPr/>
        </p:nvSpPr>
        <p:spPr>
          <a:xfrm>
            <a:off x="7047944" y="3537816"/>
            <a:ext cx="57834" cy="57834"/>
          </a:xfrm>
          <a:custGeom>
            <a:avLst/>
            <a:gdLst/>
            <a:ahLst/>
            <a:cxnLst/>
            <a:rect l="l" t="t" r="r" b="b"/>
            <a:pathLst>
              <a:path w="2207" h="2207" fill="none" extrusionOk="0">
                <a:moveTo>
                  <a:pt x="0" y="1"/>
                </a:moveTo>
                <a:lnTo>
                  <a:pt x="2206" y="1"/>
                </a:lnTo>
                <a:lnTo>
                  <a:pt x="2206" y="2207"/>
                </a:lnTo>
                <a:lnTo>
                  <a:pt x="0" y="2207"/>
                </a:lnTo>
                <a:close/>
              </a:path>
            </a:pathLst>
          </a:custGeom>
          <a:noFill/>
          <a:ln w="1375" cap="flat" cmpd="sng">
            <a:solidFill>
              <a:srgbClr val="E898AC"/>
            </a:solidFill>
            <a:prstDash val="solid"/>
            <a:miter lim="9192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8" name="Google Shape;438;p25"/>
          <p:cNvSpPr/>
          <p:nvPr/>
        </p:nvSpPr>
        <p:spPr>
          <a:xfrm>
            <a:off x="433362" y="3002386"/>
            <a:ext cx="104086" cy="104322"/>
          </a:xfrm>
          <a:custGeom>
            <a:avLst/>
            <a:gdLst/>
            <a:ahLst/>
            <a:cxnLst/>
            <a:rect l="l" t="t" r="r" b="b"/>
            <a:pathLst>
              <a:path w="3972" h="3981" fill="none" extrusionOk="0">
                <a:moveTo>
                  <a:pt x="1" y="1"/>
                </a:moveTo>
                <a:lnTo>
                  <a:pt x="3972" y="1"/>
                </a:lnTo>
                <a:lnTo>
                  <a:pt x="3972" y="3981"/>
                </a:lnTo>
                <a:lnTo>
                  <a:pt x="1" y="3981"/>
                </a:lnTo>
                <a:close/>
              </a:path>
            </a:pathLst>
          </a:custGeom>
          <a:noFill/>
          <a:ln w="2975" cap="flat" cmpd="sng">
            <a:solidFill>
              <a:srgbClr val="00CFCC"/>
            </a:solidFill>
            <a:prstDash val="solid"/>
            <a:miter lim="9192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0" name="Google Shape;440;p25"/>
          <p:cNvSpPr/>
          <p:nvPr/>
        </p:nvSpPr>
        <p:spPr>
          <a:xfrm>
            <a:off x="364157" y="4651127"/>
            <a:ext cx="119993" cy="119966"/>
          </a:xfrm>
          <a:custGeom>
            <a:avLst/>
            <a:gdLst/>
            <a:ahLst/>
            <a:cxnLst/>
            <a:rect l="l" t="t" r="r" b="b"/>
            <a:pathLst>
              <a:path w="4579" h="4578" extrusionOk="0">
                <a:moveTo>
                  <a:pt x="1" y="0"/>
                </a:moveTo>
                <a:lnTo>
                  <a:pt x="1" y="4578"/>
                </a:lnTo>
                <a:lnTo>
                  <a:pt x="4578" y="4578"/>
                </a:lnTo>
                <a:lnTo>
                  <a:pt x="4578" y="0"/>
                </a:lnTo>
                <a:close/>
              </a:path>
            </a:pathLst>
          </a:custGeom>
          <a:solidFill>
            <a:schemeClr val="accent5">
              <a:lumMod val="7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42" name="Google Shape;442;p25"/>
          <p:cNvGrpSpPr/>
          <p:nvPr/>
        </p:nvGrpSpPr>
        <p:grpSpPr>
          <a:xfrm>
            <a:off x="8922423" y="0"/>
            <a:ext cx="121434" cy="1073147"/>
            <a:chOff x="6232314" y="3696331"/>
            <a:chExt cx="121434" cy="1073147"/>
          </a:xfrm>
        </p:grpSpPr>
        <p:sp>
          <p:nvSpPr>
            <p:cNvPr id="443" name="Google Shape;443;p25"/>
            <p:cNvSpPr/>
            <p:nvPr/>
          </p:nvSpPr>
          <p:spPr>
            <a:xfrm>
              <a:off x="6232314" y="4648280"/>
              <a:ext cx="121434" cy="121198"/>
            </a:xfrm>
            <a:custGeom>
              <a:avLst/>
              <a:gdLst/>
              <a:ahLst/>
              <a:cxnLst/>
              <a:rect l="l" t="t" r="r" b="b"/>
              <a:pathLst>
                <a:path w="4634" h="4625" extrusionOk="0">
                  <a:moveTo>
                    <a:pt x="0" y="1"/>
                  </a:moveTo>
                  <a:lnTo>
                    <a:pt x="0" y="4624"/>
                  </a:lnTo>
                  <a:lnTo>
                    <a:pt x="4633" y="4624"/>
                  </a:lnTo>
                  <a:lnTo>
                    <a:pt x="4633" y="1"/>
                  </a:lnTo>
                  <a:close/>
                </a:path>
              </a:pathLst>
            </a:custGeom>
            <a:solidFill>
              <a:srgbClr val="E898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Google Shape;444;p25"/>
            <p:cNvSpPr/>
            <p:nvPr/>
          </p:nvSpPr>
          <p:spPr>
            <a:xfrm>
              <a:off x="6288681" y="3696331"/>
              <a:ext cx="8700" cy="872731"/>
            </a:xfrm>
            <a:custGeom>
              <a:avLst/>
              <a:gdLst/>
              <a:ahLst/>
              <a:cxnLst/>
              <a:rect l="l" t="t" r="r" b="b"/>
              <a:pathLst>
                <a:path w="332" h="33304" extrusionOk="0">
                  <a:moveTo>
                    <a:pt x="166" y="0"/>
                  </a:moveTo>
                  <a:lnTo>
                    <a:pt x="0" y="33304"/>
                  </a:lnTo>
                  <a:lnTo>
                    <a:pt x="331" y="33304"/>
                  </a:lnTo>
                  <a:lnTo>
                    <a:pt x="166" y="0"/>
                  </a:ln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45" name="Google Shape;445;p25"/>
          <p:cNvGrpSpPr/>
          <p:nvPr/>
        </p:nvGrpSpPr>
        <p:grpSpPr>
          <a:xfrm>
            <a:off x="9077374" y="88919"/>
            <a:ext cx="133252" cy="1952377"/>
            <a:chOff x="6780548" y="337714"/>
            <a:chExt cx="133252" cy="1952377"/>
          </a:xfrm>
        </p:grpSpPr>
        <p:sp>
          <p:nvSpPr>
            <p:cNvPr id="446" name="Google Shape;446;p25"/>
            <p:cNvSpPr/>
            <p:nvPr/>
          </p:nvSpPr>
          <p:spPr>
            <a:xfrm>
              <a:off x="6780548" y="2156839"/>
              <a:ext cx="133252" cy="133252"/>
            </a:xfrm>
            <a:custGeom>
              <a:avLst/>
              <a:gdLst/>
              <a:ahLst/>
              <a:cxnLst/>
              <a:rect l="l" t="t" r="r" b="b"/>
              <a:pathLst>
                <a:path w="5085" h="5085" fill="none" extrusionOk="0">
                  <a:moveTo>
                    <a:pt x="1" y="1"/>
                  </a:moveTo>
                  <a:lnTo>
                    <a:pt x="5084" y="1"/>
                  </a:lnTo>
                  <a:lnTo>
                    <a:pt x="5084" y="5084"/>
                  </a:lnTo>
                  <a:lnTo>
                    <a:pt x="1" y="5084"/>
                  </a:lnTo>
                  <a:close/>
                </a:path>
              </a:pathLst>
            </a:custGeom>
            <a:noFill/>
            <a:ln w="4125" cap="flat" cmpd="sng">
              <a:solidFill>
                <a:srgbClr val="FF9973"/>
              </a:solidFill>
              <a:prstDash val="solid"/>
              <a:miter lim="91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Google Shape;447;p25"/>
            <p:cNvSpPr/>
            <p:nvPr/>
          </p:nvSpPr>
          <p:spPr>
            <a:xfrm>
              <a:off x="6842943" y="337714"/>
              <a:ext cx="8464" cy="1695359"/>
            </a:xfrm>
            <a:custGeom>
              <a:avLst/>
              <a:gdLst/>
              <a:ahLst/>
              <a:cxnLst/>
              <a:rect l="l" t="t" r="r" b="b"/>
              <a:pathLst>
                <a:path w="323" h="64696" extrusionOk="0">
                  <a:moveTo>
                    <a:pt x="157" y="0"/>
                  </a:moveTo>
                  <a:lnTo>
                    <a:pt x="1" y="64695"/>
                  </a:lnTo>
                  <a:lnTo>
                    <a:pt x="322" y="64695"/>
                  </a:lnTo>
                  <a:lnTo>
                    <a:pt x="157" y="0"/>
                  </a:ln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48" name="Google Shape;448;p25"/>
          <p:cNvGrpSpPr/>
          <p:nvPr/>
        </p:nvGrpSpPr>
        <p:grpSpPr>
          <a:xfrm>
            <a:off x="94360" y="-1267419"/>
            <a:ext cx="199237" cy="2828935"/>
            <a:chOff x="1608717" y="1280046"/>
            <a:chExt cx="199237" cy="2828935"/>
          </a:xfrm>
        </p:grpSpPr>
        <p:sp>
          <p:nvSpPr>
            <p:cNvPr id="449" name="Google Shape;449;p25"/>
            <p:cNvSpPr/>
            <p:nvPr/>
          </p:nvSpPr>
          <p:spPr>
            <a:xfrm>
              <a:off x="1608717" y="3909744"/>
              <a:ext cx="199237" cy="199237"/>
            </a:xfrm>
            <a:custGeom>
              <a:avLst/>
              <a:gdLst/>
              <a:ahLst/>
              <a:cxnLst/>
              <a:rect l="l" t="t" r="r" b="b"/>
              <a:pathLst>
                <a:path w="7603" h="7603" extrusionOk="0">
                  <a:moveTo>
                    <a:pt x="0" y="1"/>
                  </a:moveTo>
                  <a:lnTo>
                    <a:pt x="0" y="7602"/>
                  </a:lnTo>
                  <a:lnTo>
                    <a:pt x="7602" y="7602"/>
                  </a:lnTo>
                  <a:lnTo>
                    <a:pt x="7602" y="1"/>
                  </a:lnTo>
                  <a:close/>
                </a:path>
              </a:pathLst>
            </a:custGeom>
            <a:solidFill>
              <a:srgbClr val="00CF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Google Shape;450;p25"/>
            <p:cNvSpPr/>
            <p:nvPr/>
          </p:nvSpPr>
          <p:spPr>
            <a:xfrm>
              <a:off x="1656175" y="3269477"/>
              <a:ext cx="104086" cy="104086"/>
            </a:xfrm>
            <a:custGeom>
              <a:avLst/>
              <a:gdLst/>
              <a:ahLst/>
              <a:cxnLst/>
              <a:rect l="l" t="t" r="r" b="b"/>
              <a:pathLst>
                <a:path w="3972" h="3972" extrusionOk="0">
                  <a:moveTo>
                    <a:pt x="0" y="1"/>
                  </a:moveTo>
                  <a:lnTo>
                    <a:pt x="0" y="3972"/>
                  </a:lnTo>
                  <a:lnTo>
                    <a:pt x="3971" y="3972"/>
                  </a:lnTo>
                  <a:lnTo>
                    <a:pt x="3971" y="1"/>
                  </a:lnTo>
                  <a:close/>
                </a:path>
              </a:pathLst>
            </a:custGeom>
            <a:solidFill>
              <a:srgbClr val="00CF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Google Shape;451;p25"/>
            <p:cNvSpPr/>
            <p:nvPr/>
          </p:nvSpPr>
          <p:spPr>
            <a:xfrm>
              <a:off x="1704104" y="1280046"/>
              <a:ext cx="8464" cy="1794099"/>
            </a:xfrm>
            <a:custGeom>
              <a:avLst/>
              <a:gdLst/>
              <a:ahLst/>
              <a:cxnLst/>
              <a:rect l="l" t="t" r="r" b="b"/>
              <a:pathLst>
                <a:path w="323" h="68464" extrusionOk="0">
                  <a:moveTo>
                    <a:pt x="157" y="0"/>
                  </a:moveTo>
                  <a:lnTo>
                    <a:pt x="0" y="68464"/>
                  </a:lnTo>
                  <a:lnTo>
                    <a:pt x="322" y="68464"/>
                  </a:lnTo>
                  <a:lnTo>
                    <a:pt x="157" y="0"/>
                  </a:ln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54" name="Google Shape;454;p25"/>
          <p:cNvGrpSpPr/>
          <p:nvPr/>
        </p:nvGrpSpPr>
        <p:grpSpPr>
          <a:xfrm>
            <a:off x="8784139" y="1561516"/>
            <a:ext cx="199001" cy="2139769"/>
            <a:chOff x="8008096" y="2108910"/>
            <a:chExt cx="199001" cy="2139769"/>
          </a:xfrm>
        </p:grpSpPr>
        <p:sp>
          <p:nvSpPr>
            <p:cNvPr id="455" name="Google Shape;455;p25"/>
            <p:cNvSpPr/>
            <p:nvPr/>
          </p:nvSpPr>
          <p:spPr>
            <a:xfrm>
              <a:off x="8008096" y="4049705"/>
              <a:ext cx="199001" cy="198975"/>
            </a:xfrm>
            <a:custGeom>
              <a:avLst/>
              <a:gdLst/>
              <a:ahLst/>
              <a:cxnLst/>
              <a:rect l="l" t="t" r="r" b="b"/>
              <a:pathLst>
                <a:path w="7594" h="7593" extrusionOk="0">
                  <a:moveTo>
                    <a:pt x="1" y="0"/>
                  </a:moveTo>
                  <a:lnTo>
                    <a:pt x="1" y="7593"/>
                  </a:lnTo>
                  <a:lnTo>
                    <a:pt x="7593" y="7593"/>
                  </a:lnTo>
                  <a:lnTo>
                    <a:pt x="7593" y="0"/>
                  </a:lnTo>
                  <a:close/>
                </a:path>
              </a:pathLst>
            </a:custGeom>
            <a:solidFill>
              <a:srgbClr val="00CF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Google Shape;456;p25"/>
            <p:cNvSpPr/>
            <p:nvPr/>
          </p:nvSpPr>
          <p:spPr>
            <a:xfrm>
              <a:off x="8103246" y="2108910"/>
              <a:ext cx="8464" cy="1793863"/>
            </a:xfrm>
            <a:custGeom>
              <a:avLst/>
              <a:gdLst/>
              <a:ahLst/>
              <a:cxnLst/>
              <a:rect l="l" t="t" r="r" b="b"/>
              <a:pathLst>
                <a:path w="323" h="68455" extrusionOk="0">
                  <a:moveTo>
                    <a:pt x="166" y="1"/>
                  </a:moveTo>
                  <a:lnTo>
                    <a:pt x="0" y="68455"/>
                  </a:lnTo>
                  <a:lnTo>
                    <a:pt x="322" y="68455"/>
                  </a:lnTo>
                  <a:lnTo>
                    <a:pt x="166" y="1"/>
                  </a:ln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0" name="Google Shape;435;p25">
            <a:extLst>
              <a:ext uri="{FF2B5EF4-FFF2-40B4-BE49-F238E27FC236}">
                <a16:creationId xmlns:a16="http://schemas.microsoft.com/office/drawing/2014/main" id="{24EF4C1C-F933-33B3-8434-B4F1E3CD5E6A}"/>
              </a:ext>
            </a:extLst>
          </p:cNvPr>
          <p:cNvSpPr txBox="1">
            <a:spLocks/>
          </p:cNvSpPr>
          <p:nvPr/>
        </p:nvSpPr>
        <p:spPr>
          <a:xfrm>
            <a:off x="984828" y="191957"/>
            <a:ext cx="7410040" cy="577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Share Tech"/>
              <a:buNone/>
              <a:defRPr sz="28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Share Tech"/>
              <a:buNone/>
              <a:defRPr sz="28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Share Tech"/>
              <a:buNone/>
              <a:defRPr sz="28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Share Tech"/>
              <a:buNone/>
              <a:defRPr sz="28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Share Tech"/>
              <a:buNone/>
              <a:defRPr sz="28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Share Tech"/>
              <a:buNone/>
              <a:defRPr sz="28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Share Tech"/>
              <a:buNone/>
              <a:defRPr sz="28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Share Tech"/>
              <a:buNone/>
              <a:defRPr sz="28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Share Tech"/>
              <a:buNone/>
              <a:defRPr sz="28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9pPr>
          </a:lstStyle>
          <a:p>
            <a:pPr algn="ctr"/>
            <a:r>
              <a:rPr lang="vi-VN" sz="1600" b="1">
                <a:latin typeface="Montserrat" panose="00000500000000000000" pitchFamily="2" charset="-93"/>
              </a:rPr>
              <a:t>TRƯỜNG CÔNG NGHỆ THÔNG TIN VÀ TRUYỀN THÔNG</a:t>
            </a:r>
          </a:p>
        </p:txBody>
      </p:sp>
      <p:pic>
        <p:nvPicPr>
          <p:cNvPr id="21" name="Picture 2" descr="Không có mô tả ảnh.">
            <a:extLst>
              <a:ext uri="{FF2B5EF4-FFF2-40B4-BE49-F238E27FC236}">
                <a16:creationId xmlns:a16="http://schemas.microsoft.com/office/drawing/2014/main" id="{859AEE69-500A-E9DA-69AC-F430E428E52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222" b="40591"/>
          <a:stretch/>
        </p:blipFill>
        <p:spPr bwMode="auto">
          <a:xfrm>
            <a:off x="3787711" y="872731"/>
            <a:ext cx="1891236" cy="375904"/>
          </a:xfrm>
          <a:prstGeom prst="roundRect">
            <a:avLst>
              <a:gd name="adj" fmla="val 41459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22" name="Google Shape;154;p1">
            <a:extLst>
              <a:ext uri="{FF2B5EF4-FFF2-40B4-BE49-F238E27FC236}">
                <a16:creationId xmlns:a16="http://schemas.microsoft.com/office/drawing/2014/main" id="{7A0E7FC3-D7B4-9D0A-9AD2-43D7AD589EEA}"/>
              </a:ext>
            </a:extLst>
          </p:cNvPr>
          <p:cNvSpPr txBox="1"/>
          <p:nvPr/>
        </p:nvSpPr>
        <p:spPr>
          <a:xfrm>
            <a:off x="-242770" y="1045417"/>
            <a:ext cx="9906759" cy="1111394"/>
          </a:xfrm>
          <a:prstGeom prst="rect">
            <a:avLst/>
          </a:prstGeom>
          <a:noFill/>
          <a:ln>
            <a:noFill/>
          </a:ln>
          <a:effectLst>
            <a:outerShdw blurRad="142875" dist="19050" dir="8760000" algn="bl" rotWithShape="0">
              <a:srgbClr val="76A5AF">
                <a:alpha val="49411"/>
              </a:srgbClr>
            </a:outerShdw>
          </a:effectLst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EF8600"/>
                </a:solidFill>
                <a:latin typeface="Montserrat" panose="00000500000000000000" pitchFamily="2" charset="-93"/>
                <a:sym typeface="Montserrat ExtraBold"/>
              </a:rPr>
              <a:t>BẢO VỆ </a:t>
            </a:r>
            <a:r>
              <a:rPr lang="en-US" sz="2000" b="1" i="0" u="none" strike="noStrike" cap="none" dirty="0">
                <a:solidFill>
                  <a:srgbClr val="EF8600"/>
                </a:solidFill>
                <a:latin typeface="Montserrat" panose="00000500000000000000" pitchFamily="2" charset="-93"/>
                <a:sym typeface="Montserrat ExtraBold"/>
              </a:rPr>
              <a:t>ĐỒ ÁN TỐT NGIỆP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EF8600"/>
                </a:solidFill>
                <a:latin typeface="Montserrat" panose="00000500000000000000" pitchFamily="2" charset="-93"/>
                <a:sym typeface="Montserrat ExtraBold"/>
              </a:rPr>
              <a:t>NGÀNH </a:t>
            </a:r>
            <a:r>
              <a:rPr lang="vi-VN" sz="2000" b="1" dirty="0">
                <a:solidFill>
                  <a:srgbClr val="EF8600"/>
                </a:solidFill>
                <a:latin typeface="Montserrat" panose="00000500000000000000" pitchFamily="2" charset="-93"/>
                <a:sym typeface="Montserrat ExtraBold"/>
              </a:rPr>
              <a:t>KHOA HỌC MÁY TÍNH</a:t>
            </a:r>
            <a:endParaRPr lang="en-US" sz="2000" b="0" i="0" u="none" strike="noStrike" cap="none" dirty="0">
              <a:solidFill>
                <a:srgbClr val="EF8600"/>
              </a:solidFill>
              <a:latin typeface="Montserrat" panose="00000500000000000000" pitchFamily="2" charset="-93"/>
              <a:sym typeface="Arial"/>
            </a:endParaRPr>
          </a:p>
        </p:txBody>
      </p:sp>
      <p:cxnSp>
        <p:nvCxnSpPr>
          <p:cNvPr id="23" name="Google Shape;156;p1">
            <a:extLst>
              <a:ext uri="{FF2B5EF4-FFF2-40B4-BE49-F238E27FC236}">
                <a16:creationId xmlns:a16="http://schemas.microsoft.com/office/drawing/2014/main" id="{6D02A6D4-9743-053B-AE07-77499EFB7AAF}"/>
              </a:ext>
            </a:extLst>
          </p:cNvPr>
          <p:cNvCxnSpPr/>
          <p:nvPr/>
        </p:nvCxnSpPr>
        <p:spPr>
          <a:xfrm>
            <a:off x="3329110" y="2142425"/>
            <a:ext cx="2763000" cy="0"/>
          </a:xfrm>
          <a:prstGeom prst="straightConnector1">
            <a:avLst/>
          </a:prstGeom>
          <a:noFill/>
          <a:ln w="9525" cap="flat" cmpd="sng">
            <a:solidFill>
              <a:srgbClr val="EF860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FFFFFF">
                <a:alpha val="49411"/>
              </a:srgbClr>
            </a:outerShdw>
          </a:effectLst>
        </p:spPr>
      </p:cxnSp>
      <p:sp>
        <p:nvSpPr>
          <p:cNvPr id="25" name="Google Shape;158;p1">
            <a:extLst>
              <a:ext uri="{FF2B5EF4-FFF2-40B4-BE49-F238E27FC236}">
                <a16:creationId xmlns:a16="http://schemas.microsoft.com/office/drawing/2014/main" id="{98D6B0B9-972F-4DF7-3B81-80460DD7E2F0}"/>
              </a:ext>
            </a:extLst>
          </p:cNvPr>
          <p:cNvSpPr txBox="1"/>
          <p:nvPr/>
        </p:nvSpPr>
        <p:spPr>
          <a:xfrm>
            <a:off x="3031106" y="3282380"/>
            <a:ext cx="5422125" cy="1220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b="1" dirty="0">
                <a:solidFill>
                  <a:schemeClr val="bg1"/>
                </a:solidFill>
                <a:latin typeface="Montserrat" panose="00000500000000000000" pitchFamily="2" charset="-93"/>
                <a:sym typeface="Montserrat"/>
              </a:rPr>
              <a:t>GVHD:	          </a:t>
            </a:r>
            <a:r>
              <a:rPr lang="vi-VN" b="1" dirty="0" err="1">
                <a:solidFill>
                  <a:schemeClr val="bg1"/>
                </a:solidFill>
                <a:latin typeface="Montserrat" panose="00000500000000000000" pitchFamily="2" charset="-93"/>
                <a:sym typeface="Montserrat"/>
              </a:rPr>
              <a:t>ThS</a:t>
            </a:r>
            <a:r>
              <a:rPr lang="en-US" b="1" dirty="0">
                <a:solidFill>
                  <a:schemeClr val="bg1"/>
                </a:solidFill>
                <a:latin typeface="Montserrat" panose="00000500000000000000" pitchFamily="2" charset="-93"/>
                <a:sym typeface="Montserrat"/>
              </a:rPr>
              <a:t>. </a:t>
            </a:r>
            <a:r>
              <a:rPr lang="vi-VN" b="1" dirty="0">
                <a:solidFill>
                  <a:schemeClr val="bg1"/>
                </a:solidFill>
                <a:latin typeface="Montserrat" panose="00000500000000000000" pitchFamily="2" charset="-93"/>
                <a:sym typeface="Montserrat"/>
              </a:rPr>
              <a:t>Đỗ Mạnh Quang</a:t>
            </a:r>
          </a:p>
          <a:p>
            <a:pPr algn="just">
              <a:lnSpc>
                <a:spcPct val="150000"/>
              </a:lnSpc>
            </a:pPr>
            <a:r>
              <a:rPr lang="vi-VN" b="1" dirty="0">
                <a:solidFill>
                  <a:schemeClr val="bg1"/>
                </a:solidFill>
                <a:latin typeface="Montserrat" panose="00000500000000000000" pitchFamily="2" charset="-93"/>
                <a:sym typeface="Montserrat"/>
              </a:rPr>
              <a:t>Sinh viên :          Nguyễn Hữu Thắng</a:t>
            </a:r>
          </a:p>
          <a:p>
            <a:pPr algn="just">
              <a:lnSpc>
                <a:spcPct val="150000"/>
              </a:lnSpc>
            </a:pPr>
            <a:r>
              <a:rPr lang="vi-VN" b="1" dirty="0">
                <a:solidFill>
                  <a:schemeClr val="bg1"/>
                </a:solidFill>
                <a:latin typeface="Montserrat" panose="00000500000000000000" pitchFamily="2" charset="-93"/>
                <a:sym typeface="Montserrat"/>
              </a:rPr>
              <a:t>Lớp:                     KHMT01-K17</a:t>
            </a:r>
            <a:endParaRPr lang="vi-VN" b="1" dirty="0">
              <a:solidFill>
                <a:schemeClr val="bg1"/>
              </a:solidFill>
              <a:latin typeface="Montserrat" panose="00000500000000000000" pitchFamily="2" charset="-93"/>
            </a:endParaRPr>
          </a:p>
          <a:p>
            <a:pPr algn="just">
              <a:lnSpc>
                <a:spcPct val="150000"/>
              </a:lnSpc>
            </a:pPr>
            <a:r>
              <a:rPr lang="en-US" b="1" dirty="0">
                <a:solidFill>
                  <a:schemeClr val="bg1"/>
                </a:solidFill>
                <a:latin typeface="Montserrat" panose="00000500000000000000" pitchFamily="2" charset="-93"/>
                <a:sym typeface="Montserrat"/>
              </a:rPr>
              <a:t>MSV:                    </a:t>
            </a:r>
            <a:r>
              <a:rPr lang="vi-VN" b="1" dirty="0">
                <a:solidFill>
                  <a:schemeClr val="bg1"/>
                </a:solidFill>
                <a:latin typeface="Montserrat" panose="00000500000000000000" pitchFamily="2" charset="-93"/>
                <a:sym typeface="Montserrat"/>
              </a:rPr>
              <a:t>2022601164</a:t>
            </a:r>
            <a:endParaRPr b="1" dirty="0">
              <a:solidFill>
                <a:schemeClr val="bg1"/>
              </a:solidFill>
              <a:latin typeface="Montserrat" panose="00000500000000000000" pitchFamily="2" charset="-93"/>
              <a:sym typeface="Montserrat"/>
            </a:endParaRPr>
          </a:p>
        </p:txBody>
      </p:sp>
      <p:sp>
        <p:nvSpPr>
          <p:cNvPr id="26" name="Google Shape;440;p25">
            <a:extLst>
              <a:ext uri="{FF2B5EF4-FFF2-40B4-BE49-F238E27FC236}">
                <a16:creationId xmlns:a16="http://schemas.microsoft.com/office/drawing/2014/main" id="{76B11DBE-DA09-D495-7EA2-43E69C656AA2}"/>
              </a:ext>
            </a:extLst>
          </p:cNvPr>
          <p:cNvSpPr/>
          <p:nvPr/>
        </p:nvSpPr>
        <p:spPr>
          <a:xfrm>
            <a:off x="1072817" y="1312737"/>
            <a:ext cx="119993" cy="119966"/>
          </a:xfrm>
          <a:custGeom>
            <a:avLst/>
            <a:gdLst/>
            <a:ahLst/>
            <a:cxnLst/>
            <a:rect l="l" t="t" r="r" b="b"/>
            <a:pathLst>
              <a:path w="4579" h="4578" extrusionOk="0">
                <a:moveTo>
                  <a:pt x="1" y="0"/>
                </a:moveTo>
                <a:lnTo>
                  <a:pt x="1" y="4578"/>
                </a:lnTo>
                <a:lnTo>
                  <a:pt x="4578" y="4578"/>
                </a:lnTo>
                <a:lnTo>
                  <a:pt x="4578" y="0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7" name="Google Shape;454;p25">
            <a:extLst>
              <a:ext uri="{FF2B5EF4-FFF2-40B4-BE49-F238E27FC236}">
                <a16:creationId xmlns:a16="http://schemas.microsoft.com/office/drawing/2014/main" id="{31678E11-AD32-547E-95C6-4563BA6FE685}"/>
              </a:ext>
            </a:extLst>
          </p:cNvPr>
          <p:cNvGrpSpPr/>
          <p:nvPr/>
        </p:nvGrpSpPr>
        <p:grpSpPr>
          <a:xfrm>
            <a:off x="757395" y="-1613089"/>
            <a:ext cx="199001" cy="2139769"/>
            <a:chOff x="8008096" y="2108910"/>
            <a:chExt cx="199001" cy="2139769"/>
          </a:xfrm>
          <a:solidFill>
            <a:schemeClr val="accent3">
              <a:lumMod val="60000"/>
              <a:lumOff val="40000"/>
            </a:schemeClr>
          </a:solidFill>
        </p:grpSpPr>
        <p:sp>
          <p:nvSpPr>
            <p:cNvPr id="28" name="Google Shape;455;p25">
              <a:extLst>
                <a:ext uri="{FF2B5EF4-FFF2-40B4-BE49-F238E27FC236}">
                  <a16:creationId xmlns:a16="http://schemas.microsoft.com/office/drawing/2014/main" id="{E7CC086C-F8BD-786D-B327-41FA5DFAD37E}"/>
                </a:ext>
              </a:extLst>
            </p:cNvPr>
            <p:cNvSpPr/>
            <p:nvPr/>
          </p:nvSpPr>
          <p:spPr>
            <a:xfrm>
              <a:off x="8008096" y="4049705"/>
              <a:ext cx="199001" cy="198975"/>
            </a:xfrm>
            <a:custGeom>
              <a:avLst/>
              <a:gdLst/>
              <a:ahLst/>
              <a:cxnLst/>
              <a:rect l="l" t="t" r="r" b="b"/>
              <a:pathLst>
                <a:path w="7594" h="7593" extrusionOk="0">
                  <a:moveTo>
                    <a:pt x="1" y="0"/>
                  </a:moveTo>
                  <a:lnTo>
                    <a:pt x="1" y="7593"/>
                  </a:lnTo>
                  <a:lnTo>
                    <a:pt x="7593" y="7593"/>
                  </a:lnTo>
                  <a:lnTo>
                    <a:pt x="759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456;p25">
              <a:extLst>
                <a:ext uri="{FF2B5EF4-FFF2-40B4-BE49-F238E27FC236}">
                  <a16:creationId xmlns:a16="http://schemas.microsoft.com/office/drawing/2014/main" id="{E1EE0249-D15E-91E3-C8D0-3AA523A2635D}"/>
                </a:ext>
              </a:extLst>
            </p:cNvPr>
            <p:cNvSpPr/>
            <p:nvPr/>
          </p:nvSpPr>
          <p:spPr>
            <a:xfrm>
              <a:off x="8103246" y="2108910"/>
              <a:ext cx="8464" cy="1793863"/>
            </a:xfrm>
            <a:custGeom>
              <a:avLst/>
              <a:gdLst/>
              <a:ahLst/>
              <a:cxnLst/>
              <a:rect l="l" t="t" r="r" b="b"/>
              <a:pathLst>
                <a:path w="323" h="68455" extrusionOk="0">
                  <a:moveTo>
                    <a:pt x="166" y="1"/>
                  </a:moveTo>
                  <a:lnTo>
                    <a:pt x="0" y="68455"/>
                  </a:lnTo>
                  <a:lnTo>
                    <a:pt x="322" y="68455"/>
                  </a:lnTo>
                  <a:lnTo>
                    <a:pt x="16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0" name="Google Shape;448;p25">
            <a:extLst>
              <a:ext uri="{FF2B5EF4-FFF2-40B4-BE49-F238E27FC236}">
                <a16:creationId xmlns:a16="http://schemas.microsoft.com/office/drawing/2014/main" id="{F78B2EE6-AF43-65A8-8FA2-EFBCC3C34410}"/>
              </a:ext>
            </a:extLst>
          </p:cNvPr>
          <p:cNvGrpSpPr/>
          <p:nvPr/>
        </p:nvGrpSpPr>
        <p:grpSpPr>
          <a:xfrm>
            <a:off x="7971564" y="-1320315"/>
            <a:ext cx="199237" cy="2828935"/>
            <a:chOff x="1608717" y="1280046"/>
            <a:chExt cx="199237" cy="2828935"/>
          </a:xfrm>
          <a:solidFill>
            <a:schemeClr val="accent3">
              <a:lumMod val="60000"/>
              <a:lumOff val="40000"/>
            </a:schemeClr>
          </a:solidFill>
        </p:grpSpPr>
        <p:sp>
          <p:nvSpPr>
            <p:cNvPr id="31" name="Google Shape;449;p25">
              <a:extLst>
                <a:ext uri="{FF2B5EF4-FFF2-40B4-BE49-F238E27FC236}">
                  <a16:creationId xmlns:a16="http://schemas.microsoft.com/office/drawing/2014/main" id="{96E32CD8-04F7-5CD0-73C9-4B48110C3998}"/>
                </a:ext>
              </a:extLst>
            </p:cNvPr>
            <p:cNvSpPr/>
            <p:nvPr/>
          </p:nvSpPr>
          <p:spPr>
            <a:xfrm>
              <a:off x="1608717" y="3909744"/>
              <a:ext cx="199237" cy="199237"/>
            </a:xfrm>
            <a:custGeom>
              <a:avLst/>
              <a:gdLst/>
              <a:ahLst/>
              <a:cxnLst/>
              <a:rect l="l" t="t" r="r" b="b"/>
              <a:pathLst>
                <a:path w="7603" h="7603" extrusionOk="0">
                  <a:moveTo>
                    <a:pt x="0" y="1"/>
                  </a:moveTo>
                  <a:lnTo>
                    <a:pt x="0" y="7602"/>
                  </a:lnTo>
                  <a:lnTo>
                    <a:pt x="7602" y="7602"/>
                  </a:lnTo>
                  <a:lnTo>
                    <a:pt x="760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450;p25">
              <a:extLst>
                <a:ext uri="{FF2B5EF4-FFF2-40B4-BE49-F238E27FC236}">
                  <a16:creationId xmlns:a16="http://schemas.microsoft.com/office/drawing/2014/main" id="{7F6BFE87-8E63-8D15-033A-D1BFFC7FF67C}"/>
                </a:ext>
              </a:extLst>
            </p:cNvPr>
            <p:cNvSpPr/>
            <p:nvPr/>
          </p:nvSpPr>
          <p:spPr>
            <a:xfrm>
              <a:off x="1656175" y="3269477"/>
              <a:ext cx="104086" cy="104086"/>
            </a:xfrm>
            <a:custGeom>
              <a:avLst/>
              <a:gdLst/>
              <a:ahLst/>
              <a:cxnLst/>
              <a:rect l="l" t="t" r="r" b="b"/>
              <a:pathLst>
                <a:path w="3972" h="3972" extrusionOk="0">
                  <a:moveTo>
                    <a:pt x="0" y="1"/>
                  </a:moveTo>
                  <a:lnTo>
                    <a:pt x="0" y="3972"/>
                  </a:lnTo>
                  <a:lnTo>
                    <a:pt x="3971" y="3972"/>
                  </a:lnTo>
                  <a:lnTo>
                    <a:pt x="397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451;p25">
              <a:extLst>
                <a:ext uri="{FF2B5EF4-FFF2-40B4-BE49-F238E27FC236}">
                  <a16:creationId xmlns:a16="http://schemas.microsoft.com/office/drawing/2014/main" id="{3367DECD-7142-05F0-F7F1-D24C5EAB5ABF}"/>
                </a:ext>
              </a:extLst>
            </p:cNvPr>
            <p:cNvSpPr/>
            <p:nvPr/>
          </p:nvSpPr>
          <p:spPr>
            <a:xfrm>
              <a:off x="1704104" y="1280046"/>
              <a:ext cx="8464" cy="1794099"/>
            </a:xfrm>
            <a:custGeom>
              <a:avLst/>
              <a:gdLst/>
              <a:ahLst/>
              <a:cxnLst/>
              <a:rect l="l" t="t" r="r" b="b"/>
              <a:pathLst>
                <a:path w="323" h="68464" extrusionOk="0">
                  <a:moveTo>
                    <a:pt x="157" y="0"/>
                  </a:moveTo>
                  <a:lnTo>
                    <a:pt x="0" y="68464"/>
                  </a:lnTo>
                  <a:lnTo>
                    <a:pt x="322" y="68464"/>
                  </a:lnTo>
                  <a:lnTo>
                    <a:pt x="15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4" name="Google Shape;445;p25">
            <a:extLst>
              <a:ext uri="{FF2B5EF4-FFF2-40B4-BE49-F238E27FC236}">
                <a16:creationId xmlns:a16="http://schemas.microsoft.com/office/drawing/2014/main" id="{0034CDBB-A098-19F0-1A62-C19A8E5BC39F}"/>
              </a:ext>
            </a:extLst>
          </p:cNvPr>
          <p:cNvGrpSpPr/>
          <p:nvPr/>
        </p:nvGrpSpPr>
        <p:grpSpPr>
          <a:xfrm>
            <a:off x="690769" y="1595561"/>
            <a:ext cx="133252" cy="1952377"/>
            <a:chOff x="6780548" y="337714"/>
            <a:chExt cx="133252" cy="1952377"/>
          </a:xfrm>
        </p:grpSpPr>
        <p:sp>
          <p:nvSpPr>
            <p:cNvPr id="35" name="Google Shape;446;p25">
              <a:extLst>
                <a:ext uri="{FF2B5EF4-FFF2-40B4-BE49-F238E27FC236}">
                  <a16:creationId xmlns:a16="http://schemas.microsoft.com/office/drawing/2014/main" id="{1E232A08-FB04-E7C7-AE17-5DBCAB678310}"/>
                </a:ext>
              </a:extLst>
            </p:cNvPr>
            <p:cNvSpPr/>
            <p:nvPr/>
          </p:nvSpPr>
          <p:spPr>
            <a:xfrm>
              <a:off x="6780548" y="2156839"/>
              <a:ext cx="133252" cy="133252"/>
            </a:xfrm>
            <a:custGeom>
              <a:avLst/>
              <a:gdLst/>
              <a:ahLst/>
              <a:cxnLst/>
              <a:rect l="l" t="t" r="r" b="b"/>
              <a:pathLst>
                <a:path w="5085" h="5085" fill="none" extrusionOk="0">
                  <a:moveTo>
                    <a:pt x="1" y="1"/>
                  </a:moveTo>
                  <a:lnTo>
                    <a:pt x="5084" y="1"/>
                  </a:lnTo>
                  <a:lnTo>
                    <a:pt x="5084" y="5084"/>
                  </a:lnTo>
                  <a:lnTo>
                    <a:pt x="1" y="5084"/>
                  </a:lnTo>
                  <a:close/>
                </a:path>
              </a:pathLst>
            </a:custGeom>
            <a:noFill/>
            <a:ln w="4125" cap="flat" cmpd="sng">
              <a:solidFill>
                <a:srgbClr val="FF9973"/>
              </a:solidFill>
              <a:prstDash val="solid"/>
              <a:miter lim="91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447;p25">
              <a:extLst>
                <a:ext uri="{FF2B5EF4-FFF2-40B4-BE49-F238E27FC236}">
                  <a16:creationId xmlns:a16="http://schemas.microsoft.com/office/drawing/2014/main" id="{48903402-7167-BEFF-6CC0-AADE283C323F}"/>
                </a:ext>
              </a:extLst>
            </p:cNvPr>
            <p:cNvSpPr/>
            <p:nvPr/>
          </p:nvSpPr>
          <p:spPr>
            <a:xfrm>
              <a:off x="6842943" y="337714"/>
              <a:ext cx="8464" cy="1695359"/>
            </a:xfrm>
            <a:custGeom>
              <a:avLst/>
              <a:gdLst/>
              <a:ahLst/>
              <a:cxnLst/>
              <a:rect l="l" t="t" r="r" b="b"/>
              <a:pathLst>
                <a:path w="323" h="64696" extrusionOk="0">
                  <a:moveTo>
                    <a:pt x="157" y="0"/>
                  </a:moveTo>
                  <a:lnTo>
                    <a:pt x="1" y="64695"/>
                  </a:lnTo>
                  <a:lnTo>
                    <a:pt x="322" y="64695"/>
                  </a:lnTo>
                  <a:lnTo>
                    <a:pt x="157" y="0"/>
                  </a:ln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7" name="Google Shape;445;p25">
            <a:extLst>
              <a:ext uri="{FF2B5EF4-FFF2-40B4-BE49-F238E27FC236}">
                <a16:creationId xmlns:a16="http://schemas.microsoft.com/office/drawing/2014/main" id="{481A783A-BF74-4459-49CF-8C121370ED9B}"/>
              </a:ext>
            </a:extLst>
          </p:cNvPr>
          <p:cNvGrpSpPr/>
          <p:nvPr/>
        </p:nvGrpSpPr>
        <p:grpSpPr>
          <a:xfrm>
            <a:off x="8486171" y="396531"/>
            <a:ext cx="133252" cy="1952377"/>
            <a:chOff x="6780548" y="337714"/>
            <a:chExt cx="133252" cy="1952377"/>
          </a:xfrm>
        </p:grpSpPr>
        <p:sp>
          <p:nvSpPr>
            <p:cNvPr id="38" name="Google Shape;446;p25">
              <a:extLst>
                <a:ext uri="{FF2B5EF4-FFF2-40B4-BE49-F238E27FC236}">
                  <a16:creationId xmlns:a16="http://schemas.microsoft.com/office/drawing/2014/main" id="{3A77D196-1A6A-0AF5-E91A-1EBC783F2EEA}"/>
                </a:ext>
              </a:extLst>
            </p:cNvPr>
            <p:cNvSpPr/>
            <p:nvPr/>
          </p:nvSpPr>
          <p:spPr>
            <a:xfrm>
              <a:off x="6780548" y="2156839"/>
              <a:ext cx="133252" cy="133252"/>
            </a:xfrm>
            <a:custGeom>
              <a:avLst/>
              <a:gdLst/>
              <a:ahLst/>
              <a:cxnLst/>
              <a:rect l="l" t="t" r="r" b="b"/>
              <a:pathLst>
                <a:path w="5085" h="5085" fill="none" extrusionOk="0">
                  <a:moveTo>
                    <a:pt x="1" y="1"/>
                  </a:moveTo>
                  <a:lnTo>
                    <a:pt x="5084" y="1"/>
                  </a:lnTo>
                  <a:lnTo>
                    <a:pt x="5084" y="5084"/>
                  </a:lnTo>
                  <a:lnTo>
                    <a:pt x="1" y="5084"/>
                  </a:lnTo>
                  <a:close/>
                </a:path>
              </a:pathLst>
            </a:custGeom>
            <a:noFill/>
            <a:ln w="4125" cap="flat" cmpd="sng">
              <a:solidFill>
                <a:schemeClr val="accent2">
                  <a:lumMod val="60000"/>
                  <a:lumOff val="40000"/>
                </a:schemeClr>
              </a:solidFill>
              <a:prstDash val="solid"/>
              <a:miter lim="91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447;p25">
              <a:extLst>
                <a:ext uri="{FF2B5EF4-FFF2-40B4-BE49-F238E27FC236}">
                  <a16:creationId xmlns:a16="http://schemas.microsoft.com/office/drawing/2014/main" id="{B9C3C82D-7B9B-D7EC-5AA4-820D24B534D0}"/>
                </a:ext>
              </a:extLst>
            </p:cNvPr>
            <p:cNvSpPr/>
            <p:nvPr/>
          </p:nvSpPr>
          <p:spPr>
            <a:xfrm>
              <a:off x="6842943" y="337714"/>
              <a:ext cx="8464" cy="1695359"/>
            </a:xfrm>
            <a:custGeom>
              <a:avLst/>
              <a:gdLst/>
              <a:ahLst/>
              <a:cxnLst/>
              <a:rect l="l" t="t" r="r" b="b"/>
              <a:pathLst>
                <a:path w="323" h="64696" extrusionOk="0">
                  <a:moveTo>
                    <a:pt x="157" y="0"/>
                  </a:moveTo>
                  <a:lnTo>
                    <a:pt x="1" y="64695"/>
                  </a:lnTo>
                  <a:lnTo>
                    <a:pt x="322" y="64695"/>
                  </a:lnTo>
                  <a:lnTo>
                    <a:pt x="157" y="0"/>
                  </a:ln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F9166539-F1B5-79BB-3438-61BA81BEA675}"/>
              </a:ext>
            </a:extLst>
          </p:cNvPr>
          <p:cNvSpPr/>
          <p:nvPr/>
        </p:nvSpPr>
        <p:spPr>
          <a:xfrm>
            <a:off x="1473127" y="-650074"/>
            <a:ext cx="1800000" cy="360000"/>
          </a:xfrm>
          <a:prstGeom prst="roundRect">
            <a:avLst>
              <a:gd name="adj" fmla="val 44951"/>
            </a:avLst>
          </a:prstGeom>
          <a:solidFill>
            <a:srgbClr val="7E3B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Nội</a:t>
            </a:r>
            <a:r>
              <a:rPr lang="en-MY" sz="1800" b="1" dirty="0">
                <a:latin typeface="Arial" panose="020B0604020202020204" pitchFamily="34" charset="0"/>
                <a:cs typeface="Arial" panose="020B0604020202020204" pitchFamily="34" charset="0"/>
              </a:rPr>
              <a:t> dung </a:t>
            </a:r>
          </a:p>
        </p:txBody>
      </p:sp>
      <p:sp>
        <p:nvSpPr>
          <p:cNvPr id="41" name="Hình chữ nhật: Góc Tròn 39">
            <a:extLst>
              <a:ext uri="{FF2B5EF4-FFF2-40B4-BE49-F238E27FC236}">
                <a16:creationId xmlns:a16="http://schemas.microsoft.com/office/drawing/2014/main" id="{BF72700E-B84B-2B50-6D86-1578E37C10C0}"/>
              </a:ext>
            </a:extLst>
          </p:cNvPr>
          <p:cNvSpPr/>
          <p:nvPr/>
        </p:nvSpPr>
        <p:spPr>
          <a:xfrm>
            <a:off x="-4215825" y="746959"/>
            <a:ext cx="3600000" cy="468000"/>
          </a:xfrm>
          <a:prstGeom prst="roundRect">
            <a:avLst>
              <a:gd name="adj" fmla="val 44186"/>
            </a:avLst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</a:t>
            </a:r>
            <a:r>
              <a:rPr lang="vi-VN"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Lý do chọn đề tài</a:t>
            </a:r>
            <a:endParaRPr lang="en-US" sz="18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Hình chữ nhật: Góc Tròn 40">
            <a:extLst>
              <a:ext uri="{FF2B5EF4-FFF2-40B4-BE49-F238E27FC236}">
                <a16:creationId xmlns:a16="http://schemas.microsoft.com/office/drawing/2014/main" id="{D94EE0AF-2EFA-A55F-43D0-22F47FAD1832}"/>
              </a:ext>
            </a:extLst>
          </p:cNvPr>
          <p:cNvSpPr/>
          <p:nvPr/>
        </p:nvSpPr>
        <p:spPr>
          <a:xfrm>
            <a:off x="-5054025" y="1363349"/>
            <a:ext cx="3600000" cy="468000"/>
          </a:xfrm>
          <a:prstGeom prst="roundRect">
            <a:avLst>
              <a:gd name="adj" fmla="val 39813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 </a:t>
            </a:r>
            <a:r>
              <a:rPr lang="vi-VN"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Mục đích của đề tài</a:t>
            </a:r>
            <a:endParaRPr lang="en-US" sz="18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" name="Hình chữ nhật: Góc Tròn 41">
            <a:extLst>
              <a:ext uri="{FF2B5EF4-FFF2-40B4-BE49-F238E27FC236}">
                <a16:creationId xmlns:a16="http://schemas.microsoft.com/office/drawing/2014/main" id="{31E27216-BDC4-DC79-4A05-EDA778576D74}"/>
              </a:ext>
            </a:extLst>
          </p:cNvPr>
          <p:cNvSpPr/>
          <p:nvPr/>
        </p:nvSpPr>
        <p:spPr>
          <a:xfrm>
            <a:off x="-5861745" y="1976245"/>
            <a:ext cx="3600000" cy="468000"/>
          </a:xfrm>
          <a:prstGeom prst="roundRect">
            <a:avLst>
              <a:gd name="adj" fmla="val 4015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 </a:t>
            </a:r>
            <a:r>
              <a:rPr lang="en-US" sz="1800" b="1" kern="100">
                <a:solidFill>
                  <a:schemeClr val="bg1"/>
                </a:solidFill>
                <a:cs typeface="Arial" panose="020B0604020202020204" pitchFamily="34" charset="0"/>
              </a:rPr>
              <a:t>Quy trình thực hiện</a:t>
            </a:r>
            <a:endParaRPr lang="en-US" sz="18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5" name="Hình chữ nhật: Góc Tròn 42">
            <a:extLst>
              <a:ext uri="{FF2B5EF4-FFF2-40B4-BE49-F238E27FC236}">
                <a16:creationId xmlns:a16="http://schemas.microsoft.com/office/drawing/2014/main" id="{052C8C16-15A7-3E1A-7D5D-75FEDD419B52}"/>
              </a:ext>
            </a:extLst>
          </p:cNvPr>
          <p:cNvSpPr/>
          <p:nvPr/>
        </p:nvSpPr>
        <p:spPr>
          <a:xfrm>
            <a:off x="-6705660" y="2699256"/>
            <a:ext cx="3600000" cy="468000"/>
          </a:xfrm>
          <a:prstGeom prst="roundRect">
            <a:avLst>
              <a:gd name="adj" fmla="val 38397"/>
            </a:avLst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vi-VN" sz="1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lang="en-US" sz="1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vi-VN" sz="1800" b="1" kern="100" dirty="0">
                <a:solidFill>
                  <a:schemeClr val="bg1"/>
                </a:solidFill>
                <a:cs typeface="Arial" panose="020B0604020202020204" pitchFamily="34" charset="0"/>
              </a:rPr>
              <a:t>Kết quả đạt được</a:t>
            </a:r>
            <a:endParaRPr lang="en-US" sz="18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4" name="Hình chữ nhật: Góc Tròn 42">
            <a:extLst>
              <a:ext uri="{FF2B5EF4-FFF2-40B4-BE49-F238E27FC236}">
                <a16:creationId xmlns:a16="http://schemas.microsoft.com/office/drawing/2014/main" id="{583D2FE9-87D5-8BF9-9D43-9B7EC17703E4}"/>
              </a:ext>
            </a:extLst>
          </p:cNvPr>
          <p:cNvSpPr/>
          <p:nvPr/>
        </p:nvSpPr>
        <p:spPr>
          <a:xfrm>
            <a:off x="-7400985" y="3408088"/>
            <a:ext cx="3600000" cy="468000"/>
          </a:xfrm>
          <a:prstGeom prst="roundRect">
            <a:avLst>
              <a:gd name="adj" fmla="val 38397"/>
            </a:avLst>
          </a:prstGeom>
          <a:solidFill>
            <a:schemeClr val="bg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vi-VN" sz="1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r>
              <a:rPr lang="en-US" sz="1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kumimoji="0" lang="vi-VN" sz="1800" b="1" i="0" u="none" strike="noStrike" kern="1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Aptos" panose="020B0004020202020204" pitchFamily="34" charset="0"/>
                <a:cs typeface="Arial" panose="020B0604020202020204" pitchFamily="34" charset="0"/>
              </a:rPr>
              <a:t>Phương hướng phát triển</a:t>
            </a:r>
            <a:endParaRPr lang="en-US" sz="18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28070DC7-75A4-0985-FA58-43B66E3F9A63}"/>
              </a:ext>
            </a:extLst>
          </p:cNvPr>
          <p:cNvGrpSpPr/>
          <p:nvPr/>
        </p:nvGrpSpPr>
        <p:grpSpPr>
          <a:xfrm>
            <a:off x="9828374" y="3464278"/>
            <a:ext cx="2168380" cy="1957728"/>
            <a:chOff x="4638322" y="1003210"/>
            <a:chExt cx="3494710" cy="3406204"/>
          </a:xfrm>
          <a:solidFill>
            <a:schemeClr val="accent3">
              <a:lumMod val="60000"/>
              <a:lumOff val="40000"/>
            </a:schemeClr>
          </a:solidFill>
        </p:grpSpPr>
        <p:pic>
          <p:nvPicPr>
            <p:cNvPr id="56" name="Picture 55" descr="A person and person writing on a calendar&#10;&#10;AI-generated content may be incorrect.">
              <a:extLst>
                <a:ext uri="{FF2B5EF4-FFF2-40B4-BE49-F238E27FC236}">
                  <a16:creationId xmlns:a16="http://schemas.microsoft.com/office/drawing/2014/main" id="{29C30726-1F26-A10E-9401-CE7D5D44555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692007" y="1039916"/>
              <a:ext cx="3441025" cy="3338470"/>
            </a:xfrm>
            <a:prstGeom prst="roundRect">
              <a:avLst>
                <a:gd name="adj" fmla="val 16667"/>
              </a:avLst>
            </a:prstGeom>
            <a:grpFill/>
            <a:ln>
              <a:solidFill>
                <a:schemeClr val="accent3">
                  <a:lumMod val="60000"/>
                  <a:lumOff val="40000"/>
                </a:schemeClr>
              </a:solidFill>
            </a:ln>
            <a:effectLst>
              <a:outerShdw blurRad="76200" dist="38100" dir="78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contrasting" dir="t">
                <a:rot lat="0" lon="0" rev="4200000"/>
              </a:lightRig>
            </a:scene3d>
            <a:sp3d prstMaterial="plastic">
              <a:bevelT w="381000" h="114300" prst="relaxedInset"/>
              <a:contourClr>
                <a:srgbClr val="969696"/>
              </a:contourClr>
            </a:sp3d>
          </p:spPr>
        </p:pic>
        <p:sp>
          <p:nvSpPr>
            <p:cNvPr id="57" name="object 7">
              <a:extLst>
                <a:ext uri="{FF2B5EF4-FFF2-40B4-BE49-F238E27FC236}">
                  <a16:creationId xmlns:a16="http://schemas.microsoft.com/office/drawing/2014/main" id="{6B439ED1-911C-63C7-72A9-B31E5CCB99BB}"/>
                </a:ext>
              </a:extLst>
            </p:cNvPr>
            <p:cNvSpPr/>
            <p:nvPr/>
          </p:nvSpPr>
          <p:spPr>
            <a:xfrm>
              <a:off x="4638322" y="1003210"/>
              <a:ext cx="3494710" cy="3406204"/>
            </a:xfrm>
            <a:custGeom>
              <a:avLst/>
              <a:gdLst/>
              <a:ahLst/>
              <a:cxnLst/>
              <a:rect l="l" t="t" r="r" b="b"/>
              <a:pathLst>
                <a:path w="6882765" h="7086600">
                  <a:moveTo>
                    <a:pt x="5891256" y="25399"/>
                  </a:moveTo>
                  <a:lnTo>
                    <a:pt x="991118" y="25399"/>
                  </a:lnTo>
                  <a:lnTo>
                    <a:pt x="1083698" y="0"/>
                  </a:lnTo>
                  <a:lnTo>
                    <a:pt x="5798679" y="0"/>
                  </a:lnTo>
                  <a:lnTo>
                    <a:pt x="5891256" y="25399"/>
                  </a:lnTo>
                  <a:close/>
                </a:path>
                <a:path w="6882765" h="7086600">
                  <a:moveTo>
                    <a:pt x="5891256" y="7086599"/>
                  </a:moveTo>
                  <a:lnTo>
                    <a:pt x="991118" y="7086599"/>
                  </a:lnTo>
                  <a:lnTo>
                    <a:pt x="813412" y="7035799"/>
                  </a:lnTo>
                  <a:lnTo>
                    <a:pt x="770739" y="7023099"/>
                  </a:lnTo>
                  <a:lnTo>
                    <a:pt x="728838" y="6997699"/>
                  </a:lnTo>
                  <a:lnTo>
                    <a:pt x="687741" y="6984999"/>
                  </a:lnTo>
                  <a:lnTo>
                    <a:pt x="647484" y="6959599"/>
                  </a:lnTo>
                  <a:lnTo>
                    <a:pt x="608100" y="6934199"/>
                  </a:lnTo>
                  <a:lnTo>
                    <a:pt x="569625" y="6908799"/>
                  </a:lnTo>
                  <a:lnTo>
                    <a:pt x="532093" y="6883399"/>
                  </a:lnTo>
                  <a:lnTo>
                    <a:pt x="495537" y="6857999"/>
                  </a:lnTo>
                  <a:lnTo>
                    <a:pt x="459994" y="6832599"/>
                  </a:lnTo>
                  <a:lnTo>
                    <a:pt x="425496" y="6807199"/>
                  </a:lnTo>
                  <a:lnTo>
                    <a:pt x="392079" y="6781799"/>
                  </a:lnTo>
                  <a:lnTo>
                    <a:pt x="359778" y="6743699"/>
                  </a:lnTo>
                  <a:lnTo>
                    <a:pt x="328625" y="6718299"/>
                  </a:lnTo>
                  <a:lnTo>
                    <a:pt x="298656" y="6680199"/>
                  </a:lnTo>
                  <a:lnTo>
                    <a:pt x="269906" y="6642099"/>
                  </a:lnTo>
                  <a:lnTo>
                    <a:pt x="242409" y="6603999"/>
                  </a:lnTo>
                  <a:lnTo>
                    <a:pt x="216198" y="6578599"/>
                  </a:lnTo>
                  <a:lnTo>
                    <a:pt x="191310" y="6540499"/>
                  </a:lnTo>
                  <a:lnTo>
                    <a:pt x="167777" y="6502399"/>
                  </a:lnTo>
                  <a:lnTo>
                    <a:pt x="145635" y="6464299"/>
                  </a:lnTo>
                  <a:lnTo>
                    <a:pt x="124918" y="6413499"/>
                  </a:lnTo>
                  <a:lnTo>
                    <a:pt x="105660" y="6375399"/>
                  </a:lnTo>
                  <a:lnTo>
                    <a:pt x="87896" y="6337299"/>
                  </a:lnTo>
                  <a:lnTo>
                    <a:pt x="71661" y="6286499"/>
                  </a:lnTo>
                  <a:lnTo>
                    <a:pt x="56988" y="6248399"/>
                  </a:lnTo>
                  <a:lnTo>
                    <a:pt x="43913" y="6210299"/>
                  </a:lnTo>
                  <a:lnTo>
                    <a:pt x="32469" y="6159499"/>
                  </a:lnTo>
                  <a:lnTo>
                    <a:pt x="22691" y="6108699"/>
                  </a:lnTo>
                  <a:lnTo>
                    <a:pt x="14614" y="6070599"/>
                  </a:lnTo>
                  <a:lnTo>
                    <a:pt x="8272" y="6019799"/>
                  </a:lnTo>
                  <a:lnTo>
                    <a:pt x="3699" y="5968999"/>
                  </a:lnTo>
                  <a:lnTo>
                    <a:pt x="930" y="5930899"/>
                  </a:lnTo>
                  <a:lnTo>
                    <a:pt x="0" y="5880099"/>
                  </a:lnTo>
                  <a:lnTo>
                    <a:pt x="0" y="1206499"/>
                  </a:lnTo>
                  <a:lnTo>
                    <a:pt x="3699" y="1130299"/>
                  </a:lnTo>
                  <a:lnTo>
                    <a:pt x="8272" y="1079499"/>
                  </a:lnTo>
                  <a:lnTo>
                    <a:pt x="14614" y="1028699"/>
                  </a:lnTo>
                  <a:lnTo>
                    <a:pt x="22691" y="990599"/>
                  </a:lnTo>
                  <a:lnTo>
                    <a:pt x="32469" y="939799"/>
                  </a:lnTo>
                  <a:lnTo>
                    <a:pt x="43913" y="901699"/>
                  </a:lnTo>
                  <a:lnTo>
                    <a:pt x="56988" y="850899"/>
                  </a:lnTo>
                  <a:lnTo>
                    <a:pt x="71661" y="812799"/>
                  </a:lnTo>
                  <a:lnTo>
                    <a:pt x="87896" y="761999"/>
                  </a:lnTo>
                  <a:lnTo>
                    <a:pt x="105660" y="723899"/>
                  </a:lnTo>
                  <a:lnTo>
                    <a:pt x="124918" y="685799"/>
                  </a:lnTo>
                  <a:lnTo>
                    <a:pt x="145635" y="647699"/>
                  </a:lnTo>
                  <a:lnTo>
                    <a:pt x="167777" y="609599"/>
                  </a:lnTo>
                  <a:lnTo>
                    <a:pt x="191310" y="571499"/>
                  </a:lnTo>
                  <a:lnTo>
                    <a:pt x="216198" y="533399"/>
                  </a:lnTo>
                  <a:lnTo>
                    <a:pt x="242409" y="495299"/>
                  </a:lnTo>
                  <a:lnTo>
                    <a:pt x="269906" y="457199"/>
                  </a:lnTo>
                  <a:lnTo>
                    <a:pt x="298656" y="419099"/>
                  </a:lnTo>
                  <a:lnTo>
                    <a:pt x="328625" y="393699"/>
                  </a:lnTo>
                  <a:lnTo>
                    <a:pt x="359778" y="355599"/>
                  </a:lnTo>
                  <a:lnTo>
                    <a:pt x="392079" y="330199"/>
                  </a:lnTo>
                  <a:lnTo>
                    <a:pt x="425496" y="292099"/>
                  </a:lnTo>
                  <a:lnTo>
                    <a:pt x="459994" y="266699"/>
                  </a:lnTo>
                  <a:lnTo>
                    <a:pt x="495537" y="241299"/>
                  </a:lnTo>
                  <a:lnTo>
                    <a:pt x="532093" y="215899"/>
                  </a:lnTo>
                  <a:lnTo>
                    <a:pt x="569625" y="190499"/>
                  </a:lnTo>
                  <a:lnTo>
                    <a:pt x="608100" y="165099"/>
                  </a:lnTo>
                  <a:lnTo>
                    <a:pt x="647484" y="139699"/>
                  </a:lnTo>
                  <a:lnTo>
                    <a:pt x="687741" y="126999"/>
                  </a:lnTo>
                  <a:lnTo>
                    <a:pt x="728838" y="101599"/>
                  </a:lnTo>
                  <a:lnTo>
                    <a:pt x="770739" y="88899"/>
                  </a:lnTo>
                  <a:lnTo>
                    <a:pt x="813412" y="63499"/>
                  </a:lnTo>
                  <a:lnTo>
                    <a:pt x="945707" y="25399"/>
                  </a:lnTo>
                  <a:lnTo>
                    <a:pt x="5936664" y="25399"/>
                  </a:lnTo>
                  <a:lnTo>
                    <a:pt x="6068955" y="63499"/>
                  </a:lnTo>
                  <a:lnTo>
                    <a:pt x="6111626" y="88899"/>
                  </a:lnTo>
                  <a:lnTo>
                    <a:pt x="6153527" y="101599"/>
                  </a:lnTo>
                  <a:lnTo>
                    <a:pt x="6194622" y="126999"/>
                  </a:lnTo>
                  <a:lnTo>
                    <a:pt x="6234879" y="139699"/>
                  </a:lnTo>
                  <a:lnTo>
                    <a:pt x="6274261" y="165099"/>
                  </a:lnTo>
                  <a:lnTo>
                    <a:pt x="1082332" y="165099"/>
                  </a:lnTo>
                  <a:lnTo>
                    <a:pt x="944024" y="203199"/>
                  </a:lnTo>
                  <a:lnTo>
                    <a:pt x="812810" y="241299"/>
                  </a:lnTo>
                  <a:lnTo>
                    <a:pt x="770870" y="266699"/>
                  </a:lnTo>
                  <a:lnTo>
                    <a:pt x="729907" y="279399"/>
                  </a:lnTo>
                  <a:lnTo>
                    <a:pt x="689971" y="304799"/>
                  </a:lnTo>
                  <a:lnTo>
                    <a:pt x="651106" y="330199"/>
                  </a:lnTo>
                  <a:lnTo>
                    <a:pt x="613363" y="355599"/>
                  </a:lnTo>
                  <a:lnTo>
                    <a:pt x="576787" y="380999"/>
                  </a:lnTo>
                  <a:lnTo>
                    <a:pt x="541426" y="406399"/>
                  </a:lnTo>
                  <a:lnTo>
                    <a:pt x="507327" y="444499"/>
                  </a:lnTo>
                  <a:lnTo>
                    <a:pt x="474539" y="469899"/>
                  </a:lnTo>
                  <a:lnTo>
                    <a:pt x="443108" y="507999"/>
                  </a:lnTo>
                  <a:lnTo>
                    <a:pt x="413081" y="533399"/>
                  </a:lnTo>
                  <a:lnTo>
                    <a:pt x="384507" y="571499"/>
                  </a:lnTo>
                  <a:lnTo>
                    <a:pt x="357433" y="609599"/>
                  </a:lnTo>
                  <a:lnTo>
                    <a:pt x="331906" y="647699"/>
                  </a:lnTo>
                  <a:lnTo>
                    <a:pt x="307974" y="685799"/>
                  </a:lnTo>
                  <a:lnTo>
                    <a:pt x="285683" y="723899"/>
                  </a:lnTo>
                  <a:lnTo>
                    <a:pt x="265082" y="774699"/>
                  </a:lnTo>
                  <a:lnTo>
                    <a:pt x="246218" y="812799"/>
                  </a:lnTo>
                  <a:lnTo>
                    <a:pt x="229138" y="850899"/>
                  </a:lnTo>
                  <a:lnTo>
                    <a:pt x="213890" y="901699"/>
                  </a:lnTo>
                  <a:lnTo>
                    <a:pt x="200521" y="939799"/>
                  </a:lnTo>
                  <a:lnTo>
                    <a:pt x="189079" y="990599"/>
                  </a:lnTo>
                  <a:lnTo>
                    <a:pt x="179611" y="1028699"/>
                  </a:lnTo>
                  <a:lnTo>
                    <a:pt x="172164" y="1079499"/>
                  </a:lnTo>
                  <a:lnTo>
                    <a:pt x="166786" y="1130299"/>
                  </a:lnTo>
                  <a:lnTo>
                    <a:pt x="163525" y="1181099"/>
                  </a:lnTo>
                  <a:lnTo>
                    <a:pt x="162427" y="1219199"/>
                  </a:lnTo>
                  <a:lnTo>
                    <a:pt x="162427" y="5880099"/>
                  </a:lnTo>
                  <a:lnTo>
                    <a:pt x="163525" y="5930899"/>
                  </a:lnTo>
                  <a:lnTo>
                    <a:pt x="166786" y="5968999"/>
                  </a:lnTo>
                  <a:lnTo>
                    <a:pt x="172164" y="6019799"/>
                  </a:lnTo>
                  <a:lnTo>
                    <a:pt x="179611" y="6070599"/>
                  </a:lnTo>
                  <a:lnTo>
                    <a:pt x="189079" y="6108699"/>
                  </a:lnTo>
                  <a:lnTo>
                    <a:pt x="200521" y="6159499"/>
                  </a:lnTo>
                  <a:lnTo>
                    <a:pt x="213890" y="6210299"/>
                  </a:lnTo>
                  <a:lnTo>
                    <a:pt x="229138" y="6248399"/>
                  </a:lnTo>
                  <a:lnTo>
                    <a:pt x="246218" y="6286499"/>
                  </a:lnTo>
                  <a:lnTo>
                    <a:pt x="265082" y="6337299"/>
                  </a:lnTo>
                  <a:lnTo>
                    <a:pt x="285683" y="6375399"/>
                  </a:lnTo>
                  <a:lnTo>
                    <a:pt x="307974" y="6413499"/>
                  </a:lnTo>
                  <a:lnTo>
                    <a:pt x="331906" y="6451599"/>
                  </a:lnTo>
                  <a:lnTo>
                    <a:pt x="357433" y="6489699"/>
                  </a:lnTo>
                  <a:lnTo>
                    <a:pt x="384507" y="6527799"/>
                  </a:lnTo>
                  <a:lnTo>
                    <a:pt x="413081" y="6565899"/>
                  </a:lnTo>
                  <a:lnTo>
                    <a:pt x="443108" y="6591299"/>
                  </a:lnTo>
                  <a:lnTo>
                    <a:pt x="474539" y="6629399"/>
                  </a:lnTo>
                  <a:lnTo>
                    <a:pt x="507327" y="6667499"/>
                  </a:lnTo>
                  <a:lnTo>
                    <a:pt x="541426" y="6692899"/>
                  </a:lnTo>
                  <a:lnTo>
                    <a:pt x="576787" y="6718299"/>
                  </a:lnTo>
                  <a:lnTo>
                    <a:pt x="613363" y="6743699"/>
                  </a:lnTo>
                  <a:lnTo>
                    <a:pt x="651106" y="6769099"/>
                  </a:lnTo>
                  <a:lnTo>
                    <a:pt x="689971" y="6794499"/>
                  </a:lnTo>
                  <a:lnTo>
                    <a:pt x="729907" y="6819899"/>
                  </a:lnTo>
                  <a:lnTo>
                    <a:pt x="770870" y="6845299"/>
                  </a:lnTo>
                  <a:lnTo>
                    <a:pt x="855681" y="6870699"/>
                  </a:lnTo>
                  <a:lnTo>
                    <a:pt x="899435" y="6896099"/>
                  </a:lnTo>
                  <a:lnTo>
                    <a:pt x="989402" y="6921499"/>
                  </a:lnTo>
                  <a:lnTo>
                    <a:pt x="1035520" y="6921499"/>
                  </a:lnTo>
                  <a:lnTo>
                    <a:pt x="1082332" y="6934199"/>
                  </a:lnTo>
                  <a:lnTo>
                    <a:pt x="1129790" y="6934199"/>
                  </a:lnTo>
                  <a:lnTo>
                    <a:pt x="1177846" y="6946899"/>
                  </a:lnTo>
                  <a:lnTo>
                    <a:pt x="6254570" y="6946899"/>
                  </a:lnTo>
                  <a:lnTo>
                    <a:pt x="6234879" y="6959599"/>
                  </a:lnTo>
                  <a:lnTo>
                    <a:pt x="6194622" y="6984999"/>
                  </a:lnTo>
                  <a:lnTo>
                    <a:pt x="6153527" y="6997699"/>
                  </a:lnTo>
                  <a:lnTo>
                    <a:pt x="6111626" y="7023099"/>
                  </a:lnTo>
                  <a:lnTo>
                    <a:pt x="6068955" y="7035799"/>
                  </a:lnTo>
                  <a:lnTo>
                    <a:pt x="5891256" y="7086599"/>
                  </a:lnTo>
                  <a:close/>
                </a:path>
                <a:path w="6882765" h="7086600">
                  <a:moveTo>
                    <a:pt x="6254570" y="6946899"/>
                  </a:moveTo>
                  <a:lnTo>
                    <a:pt x="5704534" y="6946899"/>
                  </a:lnTo>
                  <a:lnTo>
                    <a:pt x="5752588" y="6934199"/>
                  </a:lnTo>
                  <a:lnTo>
                    <a:pt x="5800044" y="6934199"/>
                  </a:lnTo>
                  <a:lnTo>
                    <a:pt x="5846853" y="6921499"/>
                  </a:lnTo>
                  <a:lnTo>
                    <a:pt x="5892970" y="6921499"/>
                  </a:lnTo>
                  <a:lnTo>
                    <a:pt x="5982934" y="6896099"/>
                  </a:lnTo>
                  <a:lnTo>
                    <a:pt x="6026686" y="6870699"/>
                  </a:lnTo>
                  <a:lnTo>
                    <a:pt x="6111494" y="6845299"/>
                  </a:lnTo>
                  <a:lnTo>
                    <a:pt x="6152455" y="6819899"/>
                  </a:lnTo>
                  <a:lnTo>
                    <a:pt x="6192391" y="6794499"/>
                  </a:lnTo>
                  <a:lnTo>
                    <a:pt x="6231254" y="6769099"/>
                  </a:lnTo>
                  <a:lnTo>
                    <a:pt x="6268997" y="6743699"/>
                  </a:lnTo>
                  <a:lnTo>
                    <a:pt x="6305572" y="6718299"/>
                  </a:lnTo>
                  <a:lnTo>
                    <a:pt x="6340932" y="6692899"/>
                  </a:lnTo>
                  <a:lnTo>
                    <a:pt x="6375030" y="6667499"/>
                  </a:lnTo>
                  <a:lnTo>
                    <a:pt x="6407817" y="6629399"/>
                  </a:lnTo>
                  <a:lnTo>
                    <a:pt x="6439248" y="6591299"/>
                  </a:lnTo>
                  <a:lnTo>
                    <a:pt x="6469274" y="6565899"/>
                  </a:lnTo>
                  <a:lnTo>
                    <a:pt x="6497847" y="6527799"/>
                  </a:lnTo>
                  <a:lnTo>
                    <a:pt x="6524921" y="6489699"/>
                  </a:lnTo>
                  <a:lnTo>
                    <a:pt x="6550447" y="6451599"/>
                  </a:lnTo>
                  <a:lnTo>
                    <a:pt x="6574380" y="6413499"/>
                  </a:lnTo>
                  <a:lnTo>
                    <a:pt x="6596670" y="6375399"/>
                  </a:lnTo>
                  <a:lnTo>
                    <a:pt x="6617271" y="6337299"/>
                  </a:lnTo>
                  <a:lnTo>
                    <a:pt x="6636135" y="6286499"/>
                  </a:lnTo>
                  <a:lnTo>
                    <a:pt x="6653214" y="6248399"/>
                  </a:lnTo>
                  <a:lnTo>
                    <a:pt x="6668462" y="6210299"/>
                  </a:lnTo>
                  <a:lnTo>
                    <a:pt x="6681831" y="6159499"/>
                  </a:lnTo>
                  <a:lnTo>
                    <a:pt x="6693273" y="6108699"/>
                  </a:lnTo>
                  <a:lnTo>
                    <a:pt x="6702741" y="6070599"/>
                  </a:lnTo>
                  <a:lnTo>
                    <a:pt x="6710188" y="6019799"/>
                  </a:lnTo>
                  <a:lnTo>
                    <a:pt x="6715566" y="5968999"/>
                  </a:lnTo>
                  <a:lnTo>
                    <a:pt x="6718827" y="5930899"/>
                  </a:lnTo>
                  <a:lnTo>
                    <a:pt x="6719925" y="5880099"/>
                  </a:lnTo>
                  <a:lnTo>
                    <a:pt x="6719925" y="1219199"/>
                  </a:lnTo>
                  <a:lnTo>
                    <a:pt x="6718827" y="1181099"/>
                  </a:lnTo>
                  <a:lnTo>
                    <a:pt x="6715566" y="1130299"/>
                  </a:lnTo>
                  <a:lnTo>
                    <a:pt x="6710188" y="1079499"/>
                  </a:lnTo>
                  <a:lnTo>
                    <a:pt x="6702741" y="1028699"/>
                  </a:lnTo>
                  <a:lnTo>
                    <a:pt x="6693273" y="990599"/>
                  </a:lnTo>
                  <a:lnTo>
                    <a:pt x="6681831" y="939799"/>
                  </a:lnTo>
                  <a:lnTo>
                    <a:pt x="6668462" y="901699"/>
                  </a:lnTo>
                  <a:lnTo>
                    <a:pt x="6653214" y="850899"/>
                  </a:lnTo>
                  <a:lnTo>
                    <a:pt x="6636135" y="812799"/>
                  </a:lnTo>
                  <a:lnTo>
                    <a:pt x="6617271" y="774699"/>
                  </a:lnTo>
                  <a:lnTo>
                    <a:pt x="6596670" y="723899"/>
                  </a:lnTo>
                  <a:lnTo>
                    <a:pt x="6574380" y="685799"/>
                  </a:lnTo>
                  <a:lnTo>
                    <a:pt x="6550447" y="647699"/>
                  </a:lnTo>
                  <a:lnTo>
                    <a:pt x="6524921" y="609599"/>
                  </a:lnTo>
                  <a:lnTo>
                    <a:pt x="6497847" y="571499"/>
                  </a:lnTo>
                  <a:lnTo>
                    <a:pt x="6469274" y="533399"/>
                  </a:lnTo>
                  <a:lnTo>
                    <a:pt x="6439248" y="507999"/>
                  </a:lnTo>
                  <a:lnTo>
                    <a:pt x="6407817" y="469899"/>
                  </a:lnTo>
                  <a:lnTo>
                    <a:pt x="6375030" y="444499"/>
                  </a:lnTo>
                  <a:lnTo>
                    <a:pt x="6340932" y="406399"/>
                  </a:lnTo>
                  <a:lnTo>
                    <a:pt x="6305572" y="380999"/>
                  </a:lnTo>
                  <a:lnTo>
                    <a:pt x="6268997" y="355599"/>
                  </a:lnTo>
                  <a:lnTo>
                    <a:pt x="6231254" y="330199"/>
                  </a:lnTo>
                  <a:lnTo>
                    <a:pt x="6192391" y="304799"/>
                  </a:lnTo>
                  <a:lnTo>
                    <a:pt x="6152455" y="279399"/>
                  </a:lnTo>
                  <a:lnTo>
                    <a:pt x="6111494" y="266699"/>
                  </a:lnTo>
                  <a:lnTo>
                    <a:pt x="6069555" y="241299"/>
                  </a:lnTo>
                  <a:lnTo>
                    <a:pt x="5938346" y="203199"/>
                  </a:lnTo>
                  <a:lnTo>
                    <a:pt x="5800044" y="165099"/>
                  </a:lnTo>
                  <a:lnTo>
                    <a:pt x="6274261" y="165099"/>
                  </a:lnTo>
                  <a:lnTo>
                    <a:pt x="6312735" y="190499"/>
                  </a:lnTo>
                  <a:lnTo>
                    <a:pt x="6350267" y="215899"/>
                  </a:lnTo>
                  <a:lnTo>
                    <a:pt x="6386821" y="241299"/>
                  </a:lnTo>
                  <a:lnTo>
                    <a:pt x="6422364" y="266699"/>
                  </a:lnTo>
                  <a:lnTo>
                    <a:pt x="6456861" y="292099"/>
                  </a:lnTo>
                  <a:lnTo>
                    <a:pt x="6490277" y="330199"/>
                  </a:lnTo>
                  <a:lnTo>
                    <a:pt x="6522578" y="355599"/>
                  </a:lnTo>
                  <a:lnTo>
                    <a:pt x="6553730" y="393699"/>
                  </a:lnTo>
                  <a:lnTo>
                    <a:pt x="6583699" y="419099"/>
                  </a:lnTo>
                  <a:lnTo>
                    <a:pt x="6612448" y="457199"/>
                  </a:lnTo>
                  <a:lnTo>
                    <a:pt x="6639946" y="495299"/>
                  </a:lnTo>
                  <a:lnTo>
                    <a:pt x="6666156" y="533399"/>
                  </a:lnTo>
                  <a:lnTo>
                    <a:pt x="6691044" y="571499"/>
                  </a:lnTo>
                  <a:lnTo>
                    <a:pt x="6714576" y="609599"/>
                  </a:lnTo>
                  <a:lnTo>
                    <a:pt x="6736718" y="647699"/>
                  </a:lnTo>
                  <a:lnTo>
                    <a:pt x="6757435" y="685799"/>
                  </a:lnTo>
                  <a:lnTo>
                    <a:pt x="6776693" y="723899"/>
                  </a:lnTo>
                  <a:lnTo>
                    <a:pt x="6794456" y="761999"/>
                  </a:lnTo>
                  <a:lnTo>
                    <a:pt x="6810692" y="812799"/>
                  </a:lnTo>
                  <a:lnTo>
                    <a:pt x="6825364" y="850899"/>
                  </a:lnTo>
                  <a:lnTo>
                    <a:pt x="6838440" y="901699"/>
                  </a:lnTo>
                  <a:lnTo>
                    <a:pt x="6849883" y="939799"/>
                  </a:lnTo>
                  <a:lnTo>
                    <a:pt x="6859661" y="990599"/>
                  </a:lnTo>
                  <a:lnTo>
                    <a:pt x="6867738" y="1028699"/>
                  </a:lnTo>
                  <a:lnTo>
                    <a:pt x="6874081" y="1079499"/>
                  </a:lnTo>
                  <a:lnTo>
                    <a:pt x="6878653" y="1130299"/>
                  </a:lnTo>
                  <a:lnTo>
                    <a:pt x="6881422" y="1181099"/>
                  </a:lnTo>
                  <a:lnTo>
                    <a:pt x="6882353" y="1219199"/>
                  </a:lnTo>
                  <a:lnTo>
                    <a:pt x="6882353" y="5880099"/>
                  </a:lnTo>
                  <a:lnTo>
                    <a:pt x="6881422" y="5930899"/>
                  </a:lnTo>
                  <a:lnTo>
                    <a:pt x="6878653" y="5968999"/>
                  </a:lnTo>
                  <a:lnTo>
                    <a:pt x="6874081" y="6019799"/>
                  </a:lnTo>
                  <a:lnTo>
                    <a:pt x="6867738" y="6070599"/>
                  </a:lnTo>
                  <a:lnTo>
                    <a:pt x="6859661" y="6108699"/>
                  </a:lnTo>
                  <a:lnTo>
                    <a:pt x="6849883" y="6159499"/>
                  </a:lnTo>
                  <a:lnTo>
                    <a:pt x="6838440" y="6197599"/>
                  </a:lnTo>
                  <a:lnTo>
                    <a:pt x="6825364" y="6248399"/>
                  </a:lnTo>
                  <a:lnTo>
                    <a:pt x="6810692" y="6286499"/>
                  </a:lnTo>
                  <a:lnTo>
                    <a:pt x="6794456" y="6337299"/>
                  </a:lnTo>
                  <a:lnTo>
                    <a:pt x="6776693" y="6375399"/>
                  </a:lnTo>
                  <a:lnTo>
                    <a:pt x="6757435" y="6413499"/>
                  </a:lnTo>
                  <a:lnTo>
                    <a:pt x="6736718" y="6451599"/>
                  </a:lnTo>
                  <a:lnTo>
                    <a:pt x="6714576" y="6502399"/>
                  </a:lnTo>
                  <a:lnTo>
                    <a:pt x="6691044" y="6540499"/>
                  </a:lnTo>
                  <a:lnTo>
                    <a:pt x="6666156" y="6578599"/>
                  </a:lnTo>
                  <a:lnTo>
                    <a:pt x="6639946" y="6603999"/>
                  </a:lnTo>
                  <a:lnTo>
                    <a:pt x="6612448" y="6642099"/>
                  </a:lnTo>
                  <a:lnTo>
                    <a:pt x="6583699" y="6680199"/>
                  </a:lnTo>
                  <a:lnTo>
                    <a:pt x="6553730" y="6718299"/>
                  </a:lnTo>
                  <a:lnTo>
                    <a:pt x="6522578" y="6743699"/>
                  </a:lnTo>
                  <a:lnTo>
                    <a:pt x="6490277" y="6781799"/>
                  </a:lnTo>
                  <a:lnTo>
                    <a:pt x="6456861" y="6807199"/>
                  </a:lnTo>
                  <a:lnTo>
                    <a:pt x="6422364" y="6832599"/>
                  </a:lnTo>
                  <a:lnTo>
                    <a:pt x="6386821" y="6857999"/>
                  </a:lnTo>
                  <a:lnTo>
                    <a:pt x="6350267" y="6883399"/>
                  </a:lnTo>
                  <a:lnTo>
                    <a:pt x="6312735" y="6908799"/>
                  </a:lnTo>
                  <a:lnTo>
                    <a:pt x="6274261" y="6934199"/>
                  </a:lnTo>
                  <a:lnTo>
                    <a:pt x="6254570" y="6946899"/>
                  </a:lnTo>
                  <a:close/>
                </a:path>
              </a:pathLst>
            </a:custGeom>
            <a:grpFill/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58" name="Picture 10" descr="Nhận diện thương hiệu Logo HaUI">
            <a:extLst>
              <a:ext uri="{FF2B5EF4-FFF2-40B4-BE49-F238E27FC236}">
                <a16:creationId xmlns:a16="http://schemas.microsoft.com/office/drawing/2014/main" id="{DF5C07AA-E236-0577-F9C3-7BE5036133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245" b="99657" l="343" r="99069">
                        <a14:foregroundMark x1="1415" y1="2252" x2="12206" y2="833"/>
                        <a14:foregroundMark x1="12206" y1="833" x2="83333" y2="1912"/>
                        <a14:foregroundMark x1="89020" y1="686" x2="88873" y2="19559"/>
                        <a14:foregroundMark x1="96324" y1="1667" x2="97108" y2="10588"/>
                        <a14:foregroundMark x1="98922" y1="95637" x2="93971" y2="97549"/>
                        <a14:foregroundMark x1="4118" y1="98529" x2="2843" y2="94657"/>
                        <a14:foregroundMark x1="1225" y1="89853" x2="7941" y2="88480"/>
                        <a14:foregroundMark x1="11814" y1="73333" x2="58578" y2="72059"/>
                        <a14:foregroundMark x1="58578" y1="72059" x2="79559" y2="73333"/>
                        <a14:foregroundMark x1="79559" y1="73333" x2="89804" y2="72892"/>
                        <a14:foregroundMark x1="89804" y1="72892" x2="90490" y2="72892"/>
                        <a14:foregroundMark x1="55784" y1="47549" x2="52206" y2="27304"/>
                        <a14:foregroundMark x1="45147" y1="21765" x2="43922" y2="11029"/>
                        <a14:foregroundMark x1="47108" y1="17892" x2="34412" y2="17108"/>
                        <a14:foregroundMark x1="77843" y1="92745" x2="89020" y2="91078"/>
                        <a14:foregroundMark x1="97549" y1="97990" x2="95490" y2="98529"/>
                        <a14:foregroundMark x1="91765" y1="99363" x2="86520" y2="99363"/>
                        <a14:foregroundMark x1="82108" y1="99363" x2="76176" y2="98284"/>
                        <a14:foregroundMark x1="75196" y1="99510" x2="66373" y2="99657"/>
                        <a14:foregroundMark x1="65686" y1="99657" x2="27402" y2="99216"/>
                        <a14:foregroundMark x1="26863" y1="98971" x2="5882" y2="99069"/>
                        <a14:foregroundMark x1="2843" y1="97990" x2="392" y2="93873"/>
                        <a14:foregroundMark x1="1324" y1="88480" x2="1324" y2="78284"/>
                        <a14:foregroundMark x1="931" y1="76765" x2="2598" y2="66765"/>
                        <a14:foregroundMark x1="2598" y1="66765" x2="1225" y2="61716"/>
                        <a14:foregroundMark x1="931" y1="67255" x2="931" y2="68333"/>
                        <a14:foregroundMark x1="931" y1="61471" x2="931" y2="54706"/>
                        <a14:foregroundMark x1="931" y1="49755" x2="637" y2="38186"/>
                        <a14:foregroundMark x1="1078" y1="35686" x2="637" y2="25931"/>
                        <a14:foregroundMark x1="931" y1="22745" x2="539" y2="9902"/>
                        <a14:foregroundMark x1="56324" y1="1373" x2="70686" y2="1373"/>
                        <a14:foregroundMark x1="74657" y1="1225" x2="85686" y2="1225"/>
                        <a14:foregroundMark x1="97010" y1="1814" x2="98382" y2="4951"/>
                        <a14:foregroundMark x1="98480" y1="6471" x2="99069" y2="14902"/>
                        <a14:foregroundMark x1="99069" y1="16667" x2="98922" y2="72353"/>
                        <a14:foregroundMark x1="98775" y1="74853" x2="99069" y2="91912"/>
                        <a14:backgroundMark x1="931" y1="98676" x2="98" y2="98529"/>
                        <a14:backgroundMark x1="1765" y1="1373" x2="539" y2="1373"/>
                        <a14:backgroundMark x1="99069" y1="980" x2="99069" y2="980"/>
                        <a14:backgroundMark x1="99069" y1="980" x2="99216" y2="980"/>
                        <a14:backgroundMark x1="98922" y1="98824" x2="99608" y2="9882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34" y="-662151"/>
            <a:ext cx="481995" cy="4568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E8AB6271-FF57-6E61-B877-F5783DA6E3F9}"/>
              </a:ext>
            </a:extLst>
          </p:cNvPr>
          <p:cNvSpPr/>
          <p:nvPr/>
        </p:nvSpPr>
        <p:spPr>
          <a:xfrm>
            <a:off x="1473127" y="172886"/>
            <a:ext cx="1800000" cy="360000"/>
          </a:xfrm>
          <a:prstGeom prst="roundRect">
            <a:avLst>
              <a:gd name="adj" fmla="val 44951"/>
            </a:avLst>
          </a:prstGeom>
          <a:solidFill>
            <a:srgbClr val="7E3B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sz="1800" b="1">
                <a:latin typeface="Arial" panose="020B0604020202020204" pitchFamily="34" charset="0"/>
                <a:cs typeface="Arial" panose="020B0604020202020204" pitchFamily="34" charset="0"/>
              </a:rPr>
              <a:t>Nội dung </a:t>
            </a:r>
            <a:endParaRPr lang="en-MY" sz="1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61" name="Group 460">
            <a:extLst>
              <a:ext uri="{FF2B5EF4-FFF2-40B4-BE49-F238E27FC236}">
                <a16:creationId xmlns:a16="http://schemas.microsoft.com/office/drawing/2014/main" id="{D3EB14F0-1529-4244-75F1-5FC2FF4E5BB0}"/>
              </a:ext>
            </a:extLst>
          </p:cNvPr>
          <p:cNvGrpSpPr/>
          <p:nvPr/>
        </p:nvGrpSpPr>
        <p:grpSpPr>
          <a:xfrm>
            <a:off x="5247921" y="1129799"/>
            <a:ext cx="3494710" cy="3406204"/>
            <a:chOff x="4638322" y="1003210"/>
            <a:chExt cx="3494710" cy="3406204"/>
          </a:xfrm>
          <a:solidFill>
            <a:schemeClr val="accent3">
              <a:lumMod val="60000"/>
              <a:lumOff val="40000"/>
            </a:schemeClr>
          </a:solidFill>
        </p:grpSpPr>
        <p:pic>
          <p:nvPicPr>
            <p:cNvPr id="460" name="Picture 459" descr="A person and person writing on a calendar&#10;&#10;AI-generated content may be incorrect.">
              <a:extLst>
                <a:ext uri="{FF2B5EF4-FFF2-40B4-BE49-F238E27FC236}">
                  <a16:creationId xmlns:a16="http://schemas.microsoft.com/office/drawing/2014/main" id="{1C311053-0A25-ADCF-577D-B46D7660CD7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692007" y="1039916"/>
              <a:ext cx="3441025" cy="3338470"/>
            </a:xfrm>
            <a:prstGeom prst="roundRect">
              <a:avLst>
                <a:gd name="adj" fmla="val 16667"/>
              </a:avLst>
            </a:prstGeom>
            <a:grpFill/>
            <a:ln>
              <a:solidFill>
                <a:schemeClr val="accent3">
                  <a:lumMod val="60000"/>
                  <a:lumOff val="40000"/>
                </a:schemeClr>
              </a:solidFill>
            </a:ln>
            <a:effectLst>
              <a:outerShdw blurRad="76200" dist="38100" dir="78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contrasting" dir="t">
                <a:rot lat="0" lon="0" rev="4200000"/>
              </a:lightRig>
            </a:scene3d>
            <a:sp3d prstMaterial="plastic">
              <a:bevelT w="381000" h="114300" prst="relaxedInset"/>
              <a:contourClr>
                <a:srgbClr val="969696"/>
              </a:contourClr>
            </a:sp3d>
          </p:spPr>
        </p:pic>
        <p:sp>
          <p:nvSpPr>
            <p:cNvPr id="51" name="object 7">
              <a:extLst>
                <a:ext uri="{FF2B5EF4-FFF2-40B4-BE49-F238E27FC236}">
                  <a16:creationId xmlns:a16="http://schemas.microsoft.com/office/drawing/2014/main" id="{54DE55A6-56DD-A6D9-340A-EF70B327ADD3}"/>
                </a:ext>
              </a:extLst>
            </p:cNvPr>
            <p:cNvSpPr/>
            <p:nvPr/>
          </p:nvSpPr>
          <p:spPr>
            <a:xfrm>
              <a:off x="4638322" y="1003210"/>
              <a:ext cx="3494710" cy="3406204"/>
            </a:xfrm>
            <a:custGeom>
              <a:avLst/>
              <a:gdLst/>
              <a:ahLst/>
              <a:cxnLst/>
              <a:rect l="l" t="t" r="r" b="b"/>
              <a:pathLst>
                <a:path w="6882765" h="7086600">
                  <a:moveTo>
                    <a:pt x="5891256" y="25399"/>
                  </a:moveTo>
                  <a:lnTo>
                    <a:pt x="991118" y="25399"/>
                  </a:lnTo>
                  <a:lnTo>
                    <a:pt x="1083698" y="0"/>
                  </a:lnTo>
                  <a:lnTo>
                    <a:pt x="5798679" y="0"/>
                  </a:lnTo>
                  <a:lnTo>
                    <a:pt x="5891256" y="25399"/>
                  </a:lnTo>
                  <a:close/>
                </a:path>
                <a:path w="6882765" h="7086600">
                  <a:moveTo>
                    <a:pt x="5891256" y="7086599"/>
                  </a:moveTo>
                  <a:lnTo>
                    <a:pt x="991118" y="7086599"/>
                  </a:lnTo>
                  <a:lnTo>
                    <a:pt x="813412" y="7035799"/>
                  </a:lnTo>
                  <a:lnTo>
                    <a:pt x="770739" y="7023099"/>
                  </a:lnTo>
                  <a:lnTo>
                    <a:pt x="728838" y="6997699"/>
                  </a:lnTo>
                  <a:lnTo>
                    <a:pt x="687741" y="6984999"/>
                  </a:lnTo>
                  <a:lnTo>
                    <a:pt x="647484" y="6959599"/>
                  </a:lnTo>
                  <a:lnTo>
                    <a:pt x="608100" y="6934199"/>
                  </a:lnTo>
                  <a:lnTo>
                    <a:pt x="569625" y="6908799"/>
                  </a:lnTo>
                  <a:lnTo>
                    <a:pt x="532093" y="6883399"/>
                  </a:lnTo>
                  <a:lnTo>
                    <a:pt x="495537" y="6857999"/>
                  </a:lnTo>
                  <a:lnTo>
                    <a:pt x="459994" y="6832599"/>
                  </a:lnTo>
                  <a:lnTo>
                    <a:pt x="425496" y="6807199"/>
                  </a:lnTo>
                  <a:lnTo>
                    <a:pt x="392079" y="6781799"/>
                  </a:lnTo>
                  <a:lnTo>
                    <a:pt x="359778" y="6743699"/>
                  </a:lnTo>
                  <a:lnTo>
                    <a:pt x="328625" y="6718299"/>
                  </a:lnTo>
                  <a:lnTo>
                    <a:pt x="298656" y="6680199"/>
                  </a:lnTo>
                  <a:lnTo>
                    <a:pt x="269906" y="6642099"/>
                  </a:lnTo>
                  <a:lnTo>
                    <a:pt x="242409" y="6603999"/>
                  </a:lnTo>
                  <a:lnTo>
                    <a:pt x="216198" y="6578599"/>
                  </a:lnTo>
                  <a:lnTo>
                    <a:pt x="191310" y="6540499"/>
                  </a:lnTo>
                  <a:lnTo>
                    <a:pt x="167777" y="6502399"/>
                  </a:lnTo>
                  <a:lnTo>
                    <a:pt x="145635" y="6464299"/>
                  </a:lnTo>
                  <a:lnTo>
                    <a:pt x="124918" y="6413499"/>
                  </a:lnTo>
                  <a:lnTo>
                    <a:pt x="105660" y="6375399"/>
                  </a:lnTo>
                  <a:lnTo>
                    <a:pt x="87896" y="6337299"/>
                  </a:lnTo>
                  <a:lnTo>
                    <a:pt x="71661" y="6286499"/>
                  </a:lnTo>
                  <a:lnTo>
                    <a:pt x="56988" y="6248399"/>
                  </a:lnTo>
                  <a:lnTo>
                    <a:pt x="43913" y="6210299"/>
                  </a:lnTo>
                  <a:lnTo>
                    <a:pt x="32469" y="6159499"/>
                  </a:lnTo>
                  <a:lnTo>
                    <a:pt x="22691" y="6108699"/>
                  </a:lnTo>
                  <a:lnTo>
                    <a:pt x="14614" y="6070599"/>
                  </a:lnTo>
                  <a:lnTo>
                    <a:pt x="8272" y="6019799"/>
                  </a:lnTo>
                  <a:lnTo>
                    <a:pt x="3699" y="5968999"/>
                  </a:lnTo>
                  <a:lnTo>
                    <a:pt x="930" y="5930899"/>
                  </a:lnTo>
                  <a:lnTo>
                    <a:pt x="0" y="5880099"/>
                  </a:lnTo>
                  <a:lnTo>
                    <a:pt x="0" y="1206499"/>
                  </a:lnTo>
                  <a:lnTo>
                    <a:pt x="3699" y="1130299"/>
                  </a:lnTo>
                  <a:lnTo>
                    <a:pt x="8272" y="1079499"/>
                  </a:lnTo>
                  <a:lnTo>
                    <a:pt x="14614" y="1028699"/>
                  </a:lnTo>
                  <a:lnTo>
                    <a:pt x="22691" y="990599"/>
                  </a:lnTo>
                  <a:lnTo>
                    <a:pt x="32469" y="939799"/>
                  </a:lnTo>
                  <a:lnTo>
                    <a:pt x="43913" y="901699"/>
                  </a:lnTo>
                  <a:lnTo>
                    <a:pt x="56988" y="850899"/>
                  </a:lnTo>
                  <a:lnTo>
                    <a:pt x="71661" y="812799"/>
                  </a:lnTo>
                  <a:lnTo>
                    <a:pt x="87896" y="761999"/>
                  </a:lnTo>
                  <a:lnTo>
                    <a:pt x="105660" y="723899"/>
                  </a:lnTo>
                  <a:lnTo>
                    <a:pt x="124918" y="685799"/>
                  </a:lnTo>
                  <a:lnTo>
                    <a:pt x="145635" y="647699"/>
                  </a:lnTo>
                  <a:lnTo>
                    <a:pt x="167777" y="609599"/>
                  </a:lnTo>
                  <a:lnTo>
                    <a:pt x="191310" y="571499"/>
                  </a:lnTo>
                  <a:lnTo>
                    <a:pt x="216198" y="533399"/>
                  </a:lnTo>
                  <a:lnTo>
                    <a:pt x="242409" y="495299"/>
                  </a:lnTo>
                  <a:lnTo>
                    <a:pt x="269906" y="457199"/>
                  </a:lnTo>
                  <a:lnTo>
                    <a:pt x="298656" y="419099"/>
                  </a:lnTo>
                  <a:lnTo>
                    <a:pt x="328625" y="393699"/>
                  </a:lnTo>
                  <a:lnTo>
                    <a:pt x="359778" y="355599"/>
                  </a:lnTo>
                  <a:lnTo>
                    <a:pt x="392079" y="330199"/>
                  </a:lnTo>
                  <a:lnTo>
                    <a:pt x="425496" y="292099"/>
                  </a:lnTo>
                  <a:lnTo>
                    <a:pt x="459994" y="266699"/>
                  </a:lnTo>
                  <a:lnTo>
                    <a:pt x="495537" y="241299"/>
                  </a:lnTo>
                  <a:lnTo>
                    <a:pt x="532093" y="215899"/>
                  </a:lnTo>
                  <a:lnTo>
                    <a:pt x="569625" y="190499"/>
                  </a:lnTo>
                  <a:lnTo>
                    <a:pt x="608100" y="165099"/>
                  </a:lnTo>
                  <a:lnTo>
                    <a:pt x="647484" y="139699"/>
                  </a:lnTo>
                  <a:lnTo>
                    <a:pt x="687741" y="126999"/>
                  </a:lnTo>
                  <a:lnTo>
                    <a:pt x="728838" y="101599"/>
                  </a:lnTo>
                  <a:lnTo>
                    <a:pt x="770739" y="88899"/>
                  </a:lnTo>
                  <a:lnTo>
                    <a:pt x="813412" y="63499"/>
                  </a:lnTo>
                  <a:lnTo>
                    <a:pt x="945707" y="25399"/>
                  </a:lnTo>
                  <a:lnTo>
                    <a:pt x="5936664" y="25399"/>
                  </a:lnTo>
                  <a:lnTo>
                    <a:pt x="6068955" y="63499"/>
                  </a:lnTo>
                  <a:lnTo>
                    <a:pt x="6111626" y="88899"/>
                  </a:lnTo>
                  <a:lnTo>
                    <a:pt x="6153527" y="101599"/>
                  </a:lnTo>
                  <a:lnTo>
                    <a:pt x="6194622" y="126999"/>
                  </a:lnTo>
                  <a:lnTo>
                    <a:pt x="6234879" y="139699"/>
                  </a:lnTo>
                  <a:lnTo>
                    <a:pt x="6274261" y="165099"/>
                  </a:lnTo>
                  <a:lnTo>
                    <a:pt x="1082332" y="165099"/>
                  </a:lnTo>
                  <a:lnTo>
                    <a:pt x="944024" y="203199"/>
                  </a:lnTo>
                  <a:lnTo>
                    <a:pt x="812810" y="241299"/>
                  </a:lnTo>
                  <a:lnTo>
                    <a:pt x="770870" y="266699"/>
                  </a:lnTo>
                  <a:lnTo>
                    <a:pt x="729907" y="279399"/>
                  </a:lnTo>
                  <a:lnTo>
                    <a:pt x="689971" y="304799"/>
                  </a:lnTo>
                  <a:lnTo>
                    <a:pt x="651106" y="330199"/>
                  </a:lnTo>
                  <a:lnTo>
                    <a:pt x="613363" y="355599"/>
                  </a:lnTo>
                  <a:lnTo>
                    <a:pt x="576787" y="380999"/>
                  </a:lnTo>
                  <a:lnTo>
                    <a:pt x="541426" y="406399"/>
                  </a:lnTo>
                  <a:lnTo>
                    <a:pt x="507327" y="444499"/>
                  </a:lnTo>
                  <a:lnTo>
                    <a:pt x="474539" y="469899"/>
                  </a:lnTo>
                  <a:lnTo>
                    <a:pt x="443108" y="507999"/>
                  </a:lnTo>
                  <a:lnTo>
                    <a:pt x="413081" y="533399"/>
                  </a:lnTo>
                  <a:lnTo>
                    <a:pt x="384507" y="571499"/>
                  </a:lnTo>
                  <a:lnTo>
                    <a:pt x="357433" y="609599"/>
                  </a:lnTo>
                  <a:lnTo>
                    <a:pt x="331906" y="647699"/>
                  </a:lnTo>
                  <a:lnTo>
                    <a:pt x="307974" y="685799"/>
                  </a:lnTo>
                  <a:lnTo>
                    <a:pt x="285683" y="723899"/>
                  </a:lnTo>
                  <a:lnTo>
                    <a:pt x="265082" y="774699"/>
                  </a:lnTo>
                  <a:lnTo>
                    <a:pt x="246218" y="812799"/>
                  </a:lnTo>
                  <a:lnTo>
                    <a:pt x="229138" y="850899"/>
                  </a:lnTo>
                  <a:lnTo>
                    <a:pt x="213890" y="901699"/>
                  </a:lnTo>
                  <a:lnTo>
                    <a:pt x="200521" y="939799"/>
                  </a:lnTo>
                  <a:lnTo>
                    <a:pt x="189079" y="990599"/>
                  </a:lnTo>
                  <a:lnTo>
                    <a:pt x="179611" y="1028699"/>
                  </a:lnTo>
                  <a:lnTo>
                    <a:pt x="172164" y="1079499"/>
                  </a:lnTo>
                  <a:lnTo>
                    <a:pt x="166786" y="1130299"/>
                  </a:lnTo>
                  <a:lnTo>
                    <a:pt x="163525" y="1181099"/>
                  </a:lnTo>
                  <a:lnTo>
                    <a:pt x="162427" y="1219199"/>
                  </a:lnTo>
                  <a:lnTo>
                    <a:pt x="162427" y="5880099"/>
                  </a:lnTo>
                  <a:lnTo>
                    <a:pt x="163525" y="5930899"/>
                  </a:lnTo>
                  <a:lnTo>
                    <a:pt x="166786" y="5968999"/>
                  </a:lnTo>
                  <a:lnTo>
                    <a:pt x="172164" y="6019799"/>
                  </a:lnTo>
                  <a:lnTo>
                    <a:pt x="179611" y="6070599"/>
                  </a:lnTo>
                  <a:lnTo>
                    <a:pt x="189079" y="6108699"/>
                  </a:lnTo>
                  <a:lnTo>
                    <a:pt x="200521" y="6159499"/>
                  </a:lnTo>
                  <a:lnTo>
                    <a:pt x="213890" y="6210299"/>
                  </a:lnTo>
                  <a:lnTo>
                    <a:pt x="229138" y="6248399"/>
                  </a:lnTo>
                  <a:lnTo>
                    <a:pt x="246218" y="6286499"/>
                  </a:lnTo>
                  <a:lnTo>
                    <a:pt x="265082" y="6337299"/>
                  </a:lnTo>
                  <a:lnTo>
                    <a:pt x="285683" y="6375399"/>
                  </a:lnTo>
                  <a:lnTo>
                    <a:pt x="307974" y="6413499"/>
                  </a:lnTo>
                  <a:lnTo>
                    <a:pt x="331906" y="6451599"/>
                  </a:lnTo>
                  <a:lnTo>
                    <a:pt x="357433" y="6489699"/>
                  </a:lnTo>
                  <a:lnTo>
                    <a:pt x="384507" y="6527799"/>
                  </a:lnTo>
                  <a:lnTo>
                    <a:pt x="413081" y="6565899"/>
                  </a:lnTo>
                  <a:lnTo>
                    <a:pt x="443108" y="6591299"/>
                  </a:lnTo>
                  <a:lnTo>
                    <a:pt x="474539" y="6629399"/>
                  </a:lnTo>
                  <a:lnTo>
                    <a:pt x="507327" y="6667499"/>
                  </a:lnTo>
                  <a:lnTo>
                    <a:pt x="541426" y="6692899"/>
                  </a:lnTo>
                  <a:lnTo>
                    <a:pt x="576787" y="6718299"/>
                  </a:lnTo>
                  <a:lnTo>
                    <a:pt x="613363" y="6743699"/>
                  </a:lnTo>
                  <a:lnTo>
                    <a:pt x="651106" y="6769099"/>
                  </a:lnTo>
                  <a:lnTo>
                    <a:pt x="689971" y="6794499"/>
                  </a:lnTo>
                  <a:lnTo>
                    <a:pt x="729907" y="6819899"/>
                  </a:lnTo>
                  <a:lnTo>
                    <a:pt x="770870" y="6845299"/>
                  </a:lnTo>
                  <a:lnTo>
                    <a:pt x="855681" y="6870699"/>
                  </a:lnTo>
                  <a:lnTo>
                    <a:pt x="899435" y="6896099"/>
                  </a:lnTo>
                  <a:lnTo>
                    <a:pt x="989402" y="6921499"/>
                  </a:lnTo>
                  <a:lnTo>
                    <a:pt x="1035520" y="6921499"/>
                  </a:lnTo>
                  <a:lnTo>
                    <a:pt x="1082332" y="6934199"/>
                  </a:lnTo>
                  <a:lnTo>
                    <a:pt x="1129790" y="6934199"/>
                  </a:lnTo>
                  <a:lnTo>
                    <a:pt x="1177846" y="6946899"/>
                  </a:lnTo>
                  <a:lnTo>
                    <a:pt x="6254570" y="6946899"/>
                  </a:lnTo>
                  <a:lnTo>
                    <a:pt x="6234879" y="6959599"/>
                  </a:lnTo>
                  <a:lnTo>
                    <a:pt x="6194622" y="6984999"/>
                  </a:lnTo>
                  <a:lnTo>
                    <a:pt x="6153527" y="6997699"/>
                  </a:lnTo>
                  <a:lnTo>
                    <a:pt x="6111626" y="7023099"/>
                  </a:lnTo>
                  <a:lnTo>
                    <a:pt x="6068955" y="7035799"/>
                  </a:lnTo>
                  <a:lnTo>
                    <a:pt x="5891256" y="7086599"/>
                  </a:lnTo>
                  <a:close/>
                </a:path>
                <a:path w="6882765" h="7086600">
                  <a:moveTo>
                    <a:pt x="6254570" y="6946899"/>
                  </a:moveTo>
                  <a:lnTo>
                    <a:pt x="5704534" y="6946899"/>
                  </a:lnTo>
                  <a:lnTo>
                    <a:pt x="5752588" y="6934199"/>
                  </a:lnTo>
                  <a:lnTo>
                    <a:pt x="5800044" y="6934199"/>
                  </a:lnTo>
                  <a:lnTo>
                    <a:pt x="5846853" y="6921499"/>
                  </a:lnTo>
                  <a:lnTo>
                    <a:pt x="5892970" y="6921499"/>
                  </a:lnTo>
                  <a:lnTo>
                    <a:pt x="5982934" y="6896099"/>
                  </a:lnTo>
                  <a:lnTo>
                    <a:pt x="6026686" y="6870699"/>
                  </a:lnTo>
                  <a:lnTo>
                    <a:pt x="6111494" y="6845299"/>
                  </a:lnTo>
                  <a:lnTo>
                    <a:pt x="6152455" y="6819899"/>
                  </a:lnTo>
                  <a:lnTo>
                    <a:pt x="6192391" y="6794499"/>
                  </a:lnTo>
                  <a:lnTo>
                    <a:pt x="6231254" y="6769099"/>
                  </a:lnTo>
                  <a:lnTo>
                    <a:pt x="6268997" y="6743699"/>
                  </a:lnTo>
                  <a:lnTo>
                    <a:pt x="6305572" y="6718299"/>
                  </a:lnTo>
                  <a:lnTo>
                    <a:pt x="6340932" y="6692899"/>
                  </a:lnTo>
                  <a:lnTo>
                    <a:pt x="6375030" y="6667499"/>
                  </a:lnTo>
                  <a:lnTo>
                    <a:pt x="6407817" y="6629399"/>
                  </a:lnTo>
                  <a:lnTo>
                    <a:pt x="6439248" y="6591299"/>
                  </a:lnTo>
                  <a:lnTo>
                    <a:pt x="6469274" y="6565899"/>
                  </a:lnTo>
                  <a:lnTo>
                    <a:pt x="6497847" y="6527799"/>
                  </a:lnTo>
                  <a:lnTo>
                    <a:pt x="6524921" y="6489699"/>
                  </a:lnTo>
                  <a:lnTo>
                    <a:pt x="6550447" y="6451599"/>
                  </a:lnTo>
                  <a:lnTo>
                    <a:pt x="6574380" y="6413499"/>
                  </a:lnTo>
                  <a:lnTo>
                    <a:pt x="6596670" y="6375399"/>
                  </a:lnTo>
                  <a:lnTo>
                    <a:pt x="6617271" y="6337299"/>
                  </a:lnTo>
                  <a:lnTo>
                    <a:pt x="6636135" y="6286499"/>
                  </a:lnTo>
                  <a:lnTo>
                    <a:pt x="6653214" y="6248399"/>
                  </a:lnTo>
                  <a:lnTo>
                    <a:pt x="6668462" y="6210299"/>
                  </a:lnTo>
                  <a:lnTo>
                    <a:pt x="6681831" y="6159499"/>
                  </a:lnTo>
                  <a:lnTo>
                    <a:pt x="6693273" y="6108699"/>
                  </a:lnTo>
                  <a:lnTo>
                    <a:pt x="6702741" y="6070599"/>
                  </a:lnTo>
                  <a:lnTo>
                    <a:pt x="6710188" y="6019799"/>
                  </a:lnTo>
                  <a:lnTo>
                    <a:pt x="6715566" y="5968999"/>
                  </a:lnTo>
                  <a:lnTo>
                    <a:pt x="6718827" y="5930899"/>
                  </a:lnTo>
                  <a:lnTo>
                    <a:pt x="6719925" y="5880099"/>
                  </a:lnTo>
                  <a:lnTo>
                    <a:pt x="6719925" y="1219199"/>
                  </a:lnTo>
                  <a:lnTo>
                    <a:pt x="6718827" y="1181099"/>
                  </a:lnTo>
                  <a:lnTo>
                    <a:pt x="6715566" y="1130299"/>
                  </a:lnTo>
                  <a:lnTo>
                    <a:pt x="6710188" y="1079499"/>
                  </a:lnTo>
                  <a:lnTo>
                    <a:pt x="6702741" y="1028699"/>
                  </a:lnTo>
                  <a:lnTo>
                    <a:pt x="6693273" y="990599"/>
                  </a:lnTo>
                  <a:lnTo>
                    <a:pt x="6681831" y="939799"/>
                  </a:lnTo>
                  <a:lnTo>
                    <a:pt x="6668462" y="901699"/>
                  </a:lnTo>
                  <a:lnTo>
                    <a:pt x="6653214" y="850899"/>
                  </a:lnTo>
                  <a:lnTo>
                    <a:pt x="6636135" y="812799"/>
                  </a:lnTo>
                  <a:lnTo>
                    <a:pt x="6617271" y="774699"/>
                  </a:lnTo>
                  <a:lnTo>
                    <a:pt x="6596670" y="723899"/>
                  </a:lnTo>
                  <a:lnTo>
                    <a:pt x="6574380" y="685799"/>
                  </a:lnTo>
                  <a:lnTo>
                    <a:pt x="6550447" y="647699"/>
                  </a:lnTo>
                  <a:lnTo>
                    <a:pt x="6524921" y="609599"/>
                  </a:lnTo>
                  <a:lnTo>
                    <a:pt x="6497847" y="571499"/>
                  </a:lnTo>
                  <a:lnTo>
                    <a:pt x="6469274" y="533399"/>
                  </a:lnTo>
                  <a:lnTo>
                    <a:pt x="6439248" y="507999"/>
                  </a:lnTo>
                  <a:lnTo>
                    <a:pt x="6407817" y="469899"/>
                  </a:lnTo>
                  <a:lnTo>
                    <a:pt x="6375030" y="444499"/>
                  </a:lnTo>
                  <a:lnTo>
                    <a:pt x="6340932" y="406399"/>
                  </a:lnTo>
                  <a:lnTo>
                    <a:pt x="6305572" y="380999"/>
                  </a:lnTo>
                  <a:lnTo>
                    <a:pt x="6268997" y="355599"/>
                  </a:lnTo>
                  <a:lnTo>
                    <a:pt x="6231254" y="330199"/>
                  </a:lnTo>
                  <a:lnTo>
                    <a:pt x="6192391" y="304799"/>
                  </a:lnTo>
                  <a:lnTo>
                    <a:pt x="6152455" y="279399"/>
                  </a:lnTo>
                  <a:lnTo>
                    <a:pt x="6111494" y="266699"/>
                  </a:lnTo>
                  <a:lnTo>
                    <a:pt x="6069555" y="241299"/>
                  </a:lnTo>
                  <a:lnTo>
                    <a:pt x="5938346" y="203199"/>
                  </a:lnTo>
                  <a:lnTo>
                    <a:pt x="5800044" y="165099"/>
                  </a:lnTo>
                  <a:lnTo>
                    <a:pt x="6274261" y="165099"/>
                  </a:lnTo>
                  <a:lnTo>
                    <a:pt x="6312735" y="190499"/>
                  </a:lnTo>
                  <a:lnTo>
                    <a:pt x="6350267" y="215899"/>
                  </a:lnTo>
                  <a:lnTo>
                    <a:pt x="6386821" y="241299"/>
                  </a:lnTo>
                  <a:lnTo>
                    <a:pt x="6422364" y="266699"/>
                  </a:lnTo>
                  <a:lnTo>
                    <a:pt x="6456861" y="292099"/>
                  </a:lnTo>
                  <a:lnTo>
                    <a:pt x="6490277" y="330199"/>
                  </a:lnTo>
                  <a:lnTo>
                    <a:pt x="6522578" y="355599"/>
                  </a:lnTo>
                  <a:lnTo>
                    <a:pt x="6553730" y="393699"/>
                  </a:lnTo>
                  <a:lnTo>
                    <a:pt x="6583699" y="419099"/>
                  </a:lnTo>
                  <a:lnTo>
                    <a:pt x="6612448" y="457199"/>
                  </a:lnTo>
                  <a:lnTo>
                    <a:pt x="6639946" y="495299"/>
                  </a:lnTo>
                  <a:lnTo>
                    <a:pt x="6666156" y="533399"/>
                  </a:lnTo>
                  <a:lnTo>
                    <a:pt x="6691044" y="571499"/>
                  </a:lnTo>
                  <a:lnTo>
                    <a:pt x="6714576" y="609599"/>
                  </a:lnTo>
                  <a:lnTo>
                    <a:pt x="6736718" y="647699"/>
                  </a:lnTo>
                  <a:lnTo>
                    <a:pt x="6757435" y="685799"/>
                  </a:lnTo>
                  <a:lnTo>
                    <a:pt x="6776693" y="723899"/>
                  </a:lnTo>
                  <a:lnTo>
                    <a:pt x="6794456" y="761999"/>
                  </a:lnTo>
                  <a:lnTo>
                    <a:pt x="6810692" y="812799"/>
                  </a:lnTo>
                  <a:lnTo>
                    <a:pt x="6825364" y="850899"/>
                  </a:lnTo>
                  <a:lnTo>
                    <a:pt x="6838440" y="901699"/>
                  </a:lnTo>
                  <a:lnTo>
                    <a:pt x="6849883" y="939799"/>
                  </a:lnTo>
                  <a:lnTo>
                    <a:pt x="6859661" y="990599"/>
                  </a:lnTo>
                  <a:lnTo>
                    <a:pt x="6867738" y="1028699"/>
                  </a:lnTo>
                  <a:lnTo>
                    <a:pt x="6874081" y="1079499"/>
                  </a:lnTo>
                  <a:lnTo>
                    <a:pt x="6878653" y="1130299"/>
                  </a:lnTo>
                  <a:lnTo>
                    <a:pt x="6881422" y="1181099"/>
                  </a:lnTo>
                  <a:lnTo>
                    <a:pt x="6882353" y="1219199"/>
                  </a:lnTo>
                  <a:lnTo>
                    <a:pt x="6882353" y="5880099"/>
                  </a:lnTo>
                  <a:lnTo>
                    <a:pt x="6881422" y="5930899"/>
                  </a:lnTo>
                  <a:lnTo>
                    <a:pt x="6878653" y="5968999"/>
                  </a:lnTo>
                  <a:lnTo>
                    <a:pt x="6874081" y="6019799"/>
                  </a:lnTo>
                  <a:lnTo>
                    <a:pt x="6867738" y="6070599"/>
                  </a:lnTo>
                  <a:lnTo>
                    <a:pt x="6859661" y="6108699"/>
                  </a:lnTo>
                  <a:lnTo>
                    <a:pt x="6849883" y="6159499"/>
                  </a:lnTo>
                  <a:lnTo>
                    <a:pt x="6838440" y="6197599"/>
                  </a:lnTo>
                  <a:lnTo>
                    <a:pt x="6825364" y="6248399"/>
                  </a:lnTo>
                  <a:lnTo>
                    <a:pt x="6810692" y="6286499"/>
                  </a:lnTo>
                  <a:lnTo>
                    <a:pt x="6794456" y="6337299"/>
                  </a:lnTo>
                  <a:lnTo>
                    <a:pt x="6776693" y="6375399"/>
                  </a:lnTo>
                  <a:lnTo>
                    <a:pt x="6757435" y="6413499"/>
                  </a:lnTo>
                  <a:lnTo>
                    <a:pt x="6736718" y="6451599"/>
                  </a:lnTo>
                  <a:lnTo>
                    <a:pt x="6714576" y="6502399"/>
                  </a:lnTo>
                  <a:lnTo>
                    <a:pt x="6691044" y="6540499"/>
                  </a:lnTo>
                  <a:lnTo>
                    <a:pt x="6666156" y="6578599"/>
                  </a:lnTo>
                  <a:lnTo>
                    <a:pt x="6639946" y="6603999"/>
                  </a:lnTo>
                  <a:lnTo>
                    <a:pt x="6612448" y="6642099"/>
                  </a:lnTo>
                  <a:lnTo>
                    <a:pt x="6583699" y="6680199"/>
                  </a:lnTo>
                  <a:lnTo>
                    <a:pt x="6553730" y="6718299"/>
                  </a:lnTo>
                  <a:lnTo>
                    <a:pt x="6522578" y="6743699"/>
                  </a:lnTo>
                  <a:lnTo>
                    <a:pt x="6490277" y="6781799"/>
                  </a:lnTo>
                  <a:lnTo>
                    <a:pt x="6456861" y="6807199"/>
                  </a:lnTo>
                  <a:lnTo>
                    <a:pt x="6422364" y="6832599"/>
                  </a:lnTo>
                  <a:lnTo>
                    <a:pt x="6386821" y="6857999"/>
                  </a:lnTo>
                  <a:lnTo>
                    <a:pt x="6350267" y="6883399"/>
                  </a:lnTo>
                  <a:lnTo>
                    <a:pt x="6312735" y="6908799"/>
                  </a:lnTo>
                  <a:lnTo>
                    <a:pt x="6274261" y="6934199"/>
                  </a:lnTo>
                  <a:lnTo>
                    <a:pt x="6254570" y="6946899"/>
                  </a:lnTo>
                  <a:close/>
                </a:path>
              </a:pathLst>
            </a:custGeom>
            <a:grpFill/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2" name="Hình chữ nhật: Góc Tròn 39">
            <a:extLst>
              <a:ext uri="{FF2B5EF4-FFF2-40B4-BE49-F238E27FC236}">
                <a16:creationId xmlns:a16="http://schemas.microsoft.com/office/drawing/2014/main" id="{C1E0DA5F-011F-7BFA-D6AB-54E06040991E}"/>
              </a:ext>
            </a:extLst>
          </p:cNvPr>
          <p:cNvSpPr/>
          <p:nvPr/>
        </p:nvSpPr>
        <p:spPr>
          <a:xfrm>
            <a:off x="660975" y="869885"/>
            <a:ext cx="3600000" cy="468000"/>
          </a:xfrm>
          <a:prstGeom prst="roundRect">
            <a:avLst>
              <a:gd name="adj" fmla="val 44186"/>
            </a:avLst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</a:t>
            </a:r>
            <a:r>
              <a:rPr lang="vi-VN"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Lý do chọn đề tài</a:t>
            </a:r>
            <a:endParaRPr lang="en-US" sz="18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3" name="Hình chữ nhật: Góc Tròn 40">
            <a:extLst>
              <a:ext uri="{FF2B5EF4-FFF2-40B4-BE49-F238E27FC236}">
                <a16:creationId xmlns:a16="http://schemas.microsoft.com/office/drawing/2014/main" id="{75901097-A1EB-78C8-1F12-5B84647F4B89}"/>
              </a:ext>
            </a:extLst>
          </p:cNvPr>
          <p:cNvSpPr/>
          <p:nvPr/>
        </p:nvSpPr>
        <p:spPr>
          <a:xfrm>
            <a:off x="660975" y="1585677"/>
            <a:ext cx="3600000" cy="468000"/>
          </a:xfrm>
          <a:prstGeom prst="roundRect">
            <a:avLst>
              <a:gd name="adj" fmla="val 39813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 </a:t>
            </a:r>
            <a:r>
              <a:rPr lang="vi-VN"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Mục đích của đề tài</a:t>
            </a:r>
            <a:endParaRPr lang="en-US" sz="18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4" name="Hình chữ nhật: Góc Tròn 41">
            <a:extLst>
              <a:ext uri="{FF2B5EF4-FFF2-40B4-BE49-F238E27FC236}">
                <a16:creationId xmlns:a16="http://schemas.microsoft.com/office/drawing/2014/main" id="{26AD587A-CAE7-0322-3F2C-C2902D983A6E}"/>
              </a:ext>
            </a:extLst>
          </p:cNvPr>
          <p:cNvSpPr/>
          <p:nvPr/>
        </p:nvSpPr>
        <p:spPr>
          <a:xfrm>
            <a:off x="660975" y="2244224"/>
            <a:ext cx="3600000" cy="468000"/>
          </a:xfrm>
          <a:prstGeom prst="roundRect">
            <a:avLst>
              <a:gd name="adj" fmla="val 4015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 </a:t>
            </a:r>
            <a:r>
              <a:rPr lang="en-US" sz="1800" b="1" kern="100">
                <a:solidFill>
                  <a:schemeClr val="bg1"/>
                </a:solidFill>
                <a:cs typeface="Arial" panose="020B0604020202020204" pitchFamily="34" charset="0"/>
              </a:rPr>
              <a:t>Quy trình thực hiện</a:t>
            </a:r>
            <a:endParaRPr lang="en-US" sz="18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8" name="Hình chữ nhật: Góc Tròn 42">
            <a:extLst>
              <a:ext uri="{FF2B5EF4-FFF2-40B4-BE49-F238E27FC236}">
                <a16:creationId xmlns:a16="http://schemas.microsoft.com/office/drawing/2014/main" id="{AA58C948-01A4-71FB-2CDB-7019E6D63936}"/>
              </a:ext>
            </a:extLst>
          </p:cNvPr>
          <p:cNvSpPr/>
          <p:nvPr/>
        </p:nvSpPr>
        <p:spPr>
          <a:xfrm>
            <a:off x="660975" y="2953474"/>
            <a:ext cx="3600000" cy="468000"/>
          </a:xfrm>
          <a:prstGeom prst="roundRect">
            <a:avLst>
              <a:gd name="adj" fmla="val 38397"/>
            </a:avLst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vi-VN" sz="1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lang="en-US" sz="1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vi-VN" sz="1800" b="1" kern="100" dirty="0">
                <a:solidFill>
                  <a:schemeClr val="bg1"/>
                </a:solidFill>
                <a:cs typeface="Arial" panose="020B0604020202020204" pitchFamily="34" charset="0"/>
              </a:rPr>
              <a:t>Kết quả đạt được</a:t>
            </a:r>
            <a:endParaRPr lang="en-US" sz="18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50" name="Hình chữ nhật: Góc Tròn 42">
            <a:extLst>
              <a:ext uri="{FF2B5EF4-FFF2-40B4-BE49-F238E27FC236}">
                <a16:creationId xmlns:a16="http://schemas.microsoft.com/office/drawing/2014/main" id="{6285329E-B055-FC12-2EF5-D0FB035906CE}"/>
              </a:ext>
            </a:extLst>
          </p:cNvPr>
          <p:cNvSpPr/>
          <p:nvPr/>
        </p:nvSpPr>
        <p:spPr>
          <a:xfrm>
            <a:off x="660975" y="3662725"/>
            <a:ext cx="3600000" cy="468000"/>
          </a:xfrm>
          <a:prstGeom prst="roundRect">
            <a:avLst>
              <a:gd name="adj" fmla="val 38397"/>
            </a:avLst>
          </a:prstGeom>
          <a:solidFill>
            <a:schemeClr val="bg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vi-VN" sz="1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r>
              <a:rPr lang="en-US" sz="1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kumimoji="0" lang="vi-VN" sz="1800" b="1" i="0" u="none" strike="noStrike" kern="1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Aptos" panose="020B0004020202020204" pitchFamily="34" charset="0"/>
                <a:cs typeface="Arial" panose="020B0604020202020204" pitchFamily="34" charset="0"/>
              </a:rPr>
              <a:t>Phương hướng phát triển</a:t>
            </a:r>
            <a:endParaRPr lang="en-US" sz="18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51" name="Picture 10" descr="Nhận diện thương hiệu Logo HaUI">
            <a:extLst>
              <a:ext uri="{FF2B5EF4-FFF2-40B4-BE49-F238E27FC236}">
                <a16:creationId xmlns:a16="http://schemas.microsoft.com/office/drawing/2014/main" id="{612B0085-2848-A6B8-1A6C-16F20F3B77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245" b="99657" l="343" r="99069">
                        <a14:foregroundMark x1="1415" y1="2252" x2="12206" y2="833"/>
                        <a14:foregroundMark x1="12206" y1="833" x2="83333" y2="1912"/>
                        <a14:foregroundMark x1="89020" y1="686" x2="88873" y2="19559"/>
                        <a14:foregroundMark x1="96324" y1="1667" x2="97108" y2="10588"/>
                        <a14:foregroundMark x1="98922" y1="95637" x2="93971" y2="97549"/>
                        <a14:foregroundMark x1="4118" y1="98529" x2="2843" y2="94657"/>
                        <a14:foregroundMark x1="1225" y1="89853" x2="7941" y2="88480"/>
                        <a14:foregroundMark x1="11814" y1="73333" x2="58578" y2="72059"/>
                        <a14:foregroundMark x1="58578" y1="72059" x2="79559" y2="73333"/>
                        <a14:foregroundMark x1="79559" y1="73333" x2="89804" y2="72892"/>
                        <a14:foregroundMark x1="89804" y1="72892" x2="90490" y2="72892"/>
                        <a14:foregroundMark x1="55784" y1="47549" x2="52206" y2="27304"/>
                        <a14:foregroundMark x1="45147" y1="21765" x2="43922" y2="11029"/>
                        <a14:foregroundMark x1="47108" y1="17892" x2="34412" y2="17108"/>
                        <a14:foregroundMark x1="77843" y1="92745" x2="89020" y2="91078"/>
                        <a14:foregroundMark x1="97549" y1="97990" x2="95490" y2="98529"/>
                        <a14:foregroundMark x1="91765" y1="99363" x2="86520" y2="99363"/>
                        <a14:foregroundMark x1="82108" y1="99363" x2="76176" y2="98284"/>
                        <a14:foregroundMark x1="75196" y1="99510" x2="66373" y2="99657"/>
                        <a14:foregroundMark x1="65686" y1="99657" x2="27402" y2="99216"/>
                        <a14:foregroundMark x1="26863" y1="98971" x2="5882" y2="99069"/>
                        <a14:foregroundMark x1="2843" y1="97990" x2="392" y2="93873"/>
                        <a14:foregroundMark x1="1324" y1="88480" x2="1324" y2="78284"/>
                        <a14:foregroundMark x1="931" y1="76765" x2="2598" y2="66765"/>
                        <a14:foregroundMark x1="2598" y1="66765" x2="1225" y2="61716"/>
                        <a14:foregroundMark x1="931" y1="67255" x2="931" y2="68333"/>
                        <a14:foregroundMark x1="931" y1="61471" x2="931" y2="54706"/>
                        <a14:foregroundMark x1="931" y1="49755" x2="637" y2="38186"/>
                        <a14:foregroundMark x1="1078" y1="35686" x2="637" y2="25931"/>
                        <a14:foregroundMark x1="931" y1="22745" x2="539" y2="9902"/>
                        <a14:foregroundMark x1="56324" y1="1373" x2="70686" y2="1373"/>
                        <a14:foregroundMark x1="74657" y1="1225" x2="85686" y2="1225"/>
                        <a14:foregroundMark x1="97010" y1="1814" x2="98382" y2="4951"/>
                        <a14:foregroundMark x1="98480" y1="6471" x2="99069" y2="14902"/>
                        <a14:foregroundMark x1="99069" y1="16667" x2="98922" y2="72353"/>
                        <a14:foregroundMark x1="98775" y1="74853" x2="99069" y2="91912"/>
                        <a14:backgroundMark x1="931" y1="98676" x2="98" y2="98529"/>
                        <a14:backgroundMark x1="1765" y1="1373" x2="539" y2="1373"/>
                        <a14:backgroundMark x1="99069" y1="980" x2="99069" y2="980"/>
                        <a14:backgroundMark x1="99069" y1="980" x2="99216" y2="980"/>
                        <a14:backgroundMark x1="98922" y1="98824" x2="99608" y2="9882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34" y="38889"/>
            <a:ext cx="481995" cy="4568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62" name="Picture 2" descr="Ứng dụng công nghệ trong ngành công nghiệp thời trang">
            <a:extLst>
              <a:ext uri="{FF2B5EF4-FFF2-40B4-BE49-F238E27FC236}">
                <a16:creationId xmlns:a16="http://schemas.microsoft.com/office/drawing/2014/main" id="{9BE701DF-178E-9608-A95F-2C7D3DA8E8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35820" y="3896725"/>
            <a:ext cx="1917043" cy="1278555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Google Shape;158;p1">
            <a:extLst>
              <a:ext uri="{FF2B5EF4-FFF2-40B4-BE49-F238E27FC236}">
                <a16:creationId xmlns:a16="http://schemas.microsoft.com/office/drawing/2014/main" id="{55B3640A-F392-89CB-4E0D-22749F823497}"/>
              </a:ext>
            </a:extLst>
          </p:cNvPr>
          <p:cNvSpPr txBox="1"/>
          <p:nvPr/>
        </p:nvSpPr>
        <p:spPr>
          <a:xfrm>
            <a:off x="8569967" y="4504974"/>
            <a:ext cx="574034" cy="5043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just">
              <a:lnSpc>
                <a:spcPct val="150000"/>
              </a:lnSpc>
            </a:pPr>
            <a:r>
              <a:rPr lang="vi-VN" sz="2000" b="1" dirty="0">
                <a:solidFill>
                  <a:schemeClr val="bg1"/>
                </a:solidFill>
                <a:latin typeface="Montserrat" panose="00000500000000000000" pitchFamily="2" charset="-93"/>
                <a:sym typeface="Montserrat"/>
              </a:rPr>
              <a:t>01</a:t>
            </a:r>
            <a:endParaRPr sz="2000" b="1" dirty="0">
              <a:solidFill>
                <a:schemeClr val="bg1"/>
              </a:solidFill>
              <a:latin typeface="Montserrat" panose="00000500000000000000" pitchFamily="2" charset="-93"/>
              <a:sym typeface="Montserrat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178;p53">
            <a:extLst>
              <a:ext uri="{FF2B5EF4-FFF2-40B4-BE49-F238E27FC236}">
                <a16:creationId xmlns:a16="http://schemas.microsoft.com/office/drawing/2014/main" id="{B9B392EB-9A04-B950-FFD8-7A2EDB931E92}"/>
              </a:ext>
            </a:extLst>
          </p:cNvPr>
          <p:cNvSpPr txBox="1"/>
          <p:nvPr/>
        </p:nvSpPr>
        <p:spPr>
          <a:xfrm>
            <a:off x="1142923" y="418398"/>
            <a:ext cx="4478808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rgbClr val="EF860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LÝ DO CHỌN ĐỀ TÀI</a:t>
            </a:r>
            <a:endParaRPr sz="2400" b="0" i="0" u="none" strike="noStrike" cap="none" dirty="0">
              <a:solidFill>
                <a:srgbClr val="EF8600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32" name="Google Shape;194;p4">
            <a:extLst>
              <a:ext uri="{FF2B5EF4-FFF2-40B4-BE49-F238E27FC236}">
                <a16:creationId xmlns:a16="http://schemas.microsoft.com/office/drawing/2014/main" id="{5B25130F-0B3C-B855-EBCE-1D3F3D49A139}"/>
              </a:ext>
            </a:extLst>
          </p:cNvPr>
          <p:cNvSpPr txBox="1"/>
          <p:nvPr/>
        </p:nvSpPr>
        <p:spPr>
          <a:xfrm>
            <a:off x="415976" y="194222"/>
            <a:ext cx="749807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 dirty="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01</a:t>
            </a:r>
            <a:endParaRPr sz="2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195;p4">
            <a:extLst>
              <a:ext uri="{FF2B5EF4-FFF2-40B4-BE49-F238E27FC236}">
                <a16:creationId xmlns:a16="http://schemas.microsoft.com/office/drawing/2014/main" id="{FECCAF1F-01ED-CEE5-4B1C-B10D157EF984}"/>
              </a:ext>
            </a:extLst>
          </p:cNvPr>
          <p:cNvSpPr/>
          <p:nvPr/>
        </p:nvSpPr>
        <p:spPr>
          <a:xfrm>
            <a:off x="391046" y="318646"/>
            <a:ext cx="648000" cy="648000"/>
          </a:xfrm>
          <a:prstGeom prst="rect">
            <a:avLst/>
          </a:prstGeom>
          <a:noFill/>
          <a:ln w="9525" cap="flat" cmpd="sng">
            <a:solidFill>
              <a:srgbClr val="BA7C2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Hình chữ nhật: Góc Tròn 39">
            <a:extLst>
              <a:ext uri="{FF2B5EF4-FFF2-40B4-BE49-F238E27FC236}">
                <a16:creationId xmlns:a16="http://schemas.microsoft.com/office/drawing/2014/main" id="{20A2B4AB-30B2-3DF4-04B1-DE4EB99D7EEA}"/>
              </a:ext>
            </a:extLst>
          </p:cNvPr>
          <p:cNvSpPr/>
          <p:nvPr/>
        </p:nvSpPr>
        <p:spPr>
          <a:xfrm>
            <a:off x="-4215825" y="746959"/>
            <a:ext cx="3600000" cy="468000"/>
          </a:xfrm>
          <a:prstGeom prst="roundRect">
            <a:avLst>
              <a:gd name="adj" fmla="val 44186"/>
            </a:avLst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</a:t>
            </a:r>
            <a:r>
              <a:rPr lang="vi-VN"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Lý do chọn đề tài</a:t>
            </a:r>
            <a:endParaRPr lang="en-US" sz="18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Hình chữ nhật: Góc Tròn 40">
            <a:extLst>
              <a:ext uri="{FF2B5EF4-FFF2-40B4-BE49-F238E27FC236}">
                <a16:creationId xmlns:a16="http://schemas.microsoft.com/office/drawing/2014/main" id="{FAF1BE3B-6F94-D729-2923-31E6DAE2DF22}"/>
              </a:ext>
            </a:extLst>
          </p:cNvPr>
          <p:cNvSpPr/>
          <p:nvPr/>
        </p:nvSpPr>
        <p:spPr>
          <a:xfrm>
            <a:off x="-5054025" y="1363349"/>
            <a:ext cx="3600000" cy="468000"/>
          </a:xfrm>
          <a:prstGeom prst="roundRect">
            <a:avLst>
              <a:gd name="adj" fmla="val 39813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 </a:t>
            </a:r>
            <a:r>
              <a:rPr lang="vi-VN"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Mục đích của đề tài</a:t>
            </a:r>
            <a:endParaRPr lang="en-US" sz="18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Hình chữ nhật: Góc Tròn 41">
            <a:extLst>
              <a:ext uri="{FF2B5EF4-FFF2-40B4-BE49-F238E27FC236}">
                <a16:creationId xmlns:a16="http://schemas.microsoft.com/office/drawing/2014/main" id="{D79A7175-A2F2-DE3D-C2AE-C846984502CC}"/>
              </a:ext>
            </a:extLst>
          </p:cNvPr>
          <p:cNvSpPr/>
          <p:nvPr/>
        </p:nvSpPr>
        <p:spPr>
          <a:xfrm>
            <a:off x="-5861745" y="1976245"/>
            <a:ext cx="3600000" cy="468000"/>
          </a:xfrm>
          <a:prstGeom prst="roundRect">
            <a:avLst>
              <a:gd name="adj" fmla="val 4015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 </a:t>
            </a:r>
            <a:r>
              <a:rPr lang="en-US" sz="1800" b="1" kern="100">
                <a:solidFill>
                  <a:schemeClr val="bg1"/>
                </a:solidFill>
                <a:cs typeface="Arial" panose="020B0604020202020204" pitchFamily="34" charset="0"/>
              </a:rPr>
              <a:t>Quy trình thực hiện</a:t>
            </a:r>
            <a:endParaRPr lang="en-US" sz="18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Hình chữ nhật: Góc Tròn 42">
            <a:extLst>
              <a:ext uri="{FF2B5EF4-FFF2-40B4-BE49-F238E27FC236}">
                <a16:creationId xmlns:a16="http://schemas.microsoft.com/office/drawing/2014/main" id="{D955360B-C109-EE4E-5EB2-F97F05A638AC}"/>
              </a:ext>
            </a:extLst>
          </p:cNvPr>
          <p:cNvSpPr/>
          <p:nvPr/>
        </p:nvSpPr>
        <p:spPr>
          <a:xfrm>
            <a:off x="-6766196" y="2911002"/>
            <a:ext cx="3600000" cy="468000"/>
          </a:xfrm>
          <a:prstGeom prst="roundRect">
            <a:avLst>
              <a:gd name="adj" fmla="val 38397"/>
            </a:avLst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vi-VN" sz="1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lang="en-US" sz="1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vi-VN" sz="1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Kết quả đạt được</a:t>
            </a:r>
            <a:endParaRPr lang="en-US" sz="18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Hình chữ nhật: Góc Tròn 42">
            <a:extLst>
              <a:ext uri="{FF2B5EF4-FFF2-40B4-BE49-F238E27FC236}">
                <a16:creationId xmlns:a16="http://schemas.microsoft.com/office/drawing/2014/main" id="{8EE18C70-2281-3EAE-3B75-C153976C4528}"/>
              </a:ext>
            </a:extLst>
          </p:cNvPr>
          <p:cNvSpPr/>
          <p:nvPr/>
        </p:nvSpPr>
        <p:spPr>
          <a:xfrm>
            <a:off x="-7303397" y="3964102"/>
            <a:ext cx="3600000" cy="468000"/>
          </a:xfrm>
          <a:prstGeom prst="roundRect">
            <a:avLst>
              <a:gd name="adj" fmla="val 38397"/>
            </a:avLst>
          </a:prstGeom>
          <a:solidFill>
            <a:schemeClr val="bg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vi-VN" sz="1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r>
              <a:rPr lang="en-US" sz="1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kumimoji="0" lang="vi-VN" sz="1800" b="1" i="0" u="none" strike="noStrike" kern="1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Aptos" panose="020B0004020202020204" pitchFamily="34" charset="0"/>
                <a:cs typeface="Arial" panose="020B0604020202020204" pitchFamily="34" charset="0"/>
              </a:rPr>
              <a:t>Phương hướng phát triển</a:t>
            </a:r>
            <a:endParaRPr lang="en-US" sz="18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8E1AF570-1835-2C17-9619-7D64B3C32B56}"/>
              </a:ext>
            </a:extLst>
          </p:cNvPr>
          <p:cNvGrpSpPr/>
          <p:nvPr/>
        </p:nvGrpSpPr>
        <p:grpSpPr>
          <a:xfrm>
            <a:off x="9698001" y="-2659245"/>
            <a:ext cx="3494710" cy="3406204"/>
            <a:chOff x="4638322" y="1003210"/>
            <a:chExt cx="3494710" cy="3406204"/>
          </a:xfrm>
          <a:solidFill>
            <a:schemeClr val="accent3">
              <a:lumMod val="60000"/>
              <a:lumOff val="40000"/>
            </a:schemeClr>
          </a:solidFill>
        </p:grpSpPr>
        <p:pic>
          <p:nvPicPr>
            <p:cNvPr id="42" name="Picture 41" descr="A person and person writing on a calendar&#10;&#10;AI-generated content may be incorrect.">
              <a:extLst>
                <a:ext uri="{FF2B5EF4-FFF2-40B4-BE49-F238E27FC236}">
                  <a16:creationId xmlns:a16="http://schemas.microsoft.com/office/drawing/2014/main" id="{B5580371-19ED-4CE6-029E-08FD4B3AF91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692007" y="1039916"/>
              <a:ext cx="3441025" cy="3338470"/>
            </a:xfrm>
            <a:prstGeom prst="roundRect">
              <a:avLst>
                <a:gd name="adj" fmla="val 16667"/>
              </a:avLst>
            </a:prstGeom>
            <a:grpFill/>
            <a:ln>
              <a:solidFill>
                <a:schemeClr val="accent3">
                  <a:lumMod val="60000"/>
                  <a:lumOff val="40000"/>
                </a:schemeClr>
              </a:solidFill>
            </a:ln>
            <a:effectLst>
              <a:outerShdw blurRad="76200" dist="38100" dir="78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contrasting" dir="t">
                <a:rot lat="0" lon="0" rev="4200000"/>
              </a:lightRig>
            </a:scene3d>
            <a:sp3d prstMaterial="plastic">
              <a:bevelT w="381000" h="114300" prst="relaxedInset"/>
              <a:contourClr>
                <a:srgbClr val="969696"/>
              </a:contourClr>
            </a:sp3d>
          </p:spPr>
        </p:pic>
        <p:sp>
          <p:nvSpPr>
            <p:cNvPr id="43" name="object 7">
              <a:extLst>
                <a:ext uri="{FF2B5EF4-FFF2-40B4-BE49-F238E27FC236}">
                  <a16:creationId xmlns:a16="http://schemas.microsoft.com/office/drawing/2014/main" id="{4FB04F77-E768-03F8-BC0A-64B0B6B07371}"/>
                </a:ext>
              </a:extLst>
            </p:cNvPr>
            <p:cNvSpPr/>
            <p:nvPr/>
          </p:nvSpPr>
          <p:spPr>
            <a:xfrm>
              <a:off x="4638322" y="1003210"/>
              <a:ext cx="3494710" cy="3406204"/>
            </a:xfrm>
            <a:custGeom>
              <a:avLst/>
              <a:gdLst/>
              <a:ahLst/>
              <a:cxnLst/>
              <a:rect l="l" t="t" r="r" b="b"/>
              <a:pathLst>
                <a:path w="6882765" h="7086600">
                  <a:moveTo>
                    <a:pt x="5891256" y="25399"/>
                  </a:moveTo>
                  <a:lnTo>
                    <a:pt x="991118" y="25399"/>
                  </a:lnTo>
                  <a:lnTo>
                    <a:pt x="1083698" y="0"/>
                  </a:lnTo>
                  <a:lnTo>
                    <a:pt x="5798679" y="0"/>
                  </a:lnTo>
                  <a:lnTo>
                    <a:pt x="5891256" y="25399"/>
                  </a:lnTo>
                  <a:close/>
                </a:path>
                <a:path w="6882765" h="7086600">
                  <a:moveTo>
                    <a:pt x="5891256" y="7086599"/>
                  </a:moveTo>
                  <a:lnTo>
                    <a:pt x="991118" y="7086599"/>
                  </a:lnTo>
                  <a:lnTo>
                    <a:pt x="813412" y="7035799"/>
                  </a:lnTo>
                  <a:lnTo>
                    <a:pt x="770739" y="7023099"/>
                  </a:lnTo>
                  <a:lnTo>
                    <a:pt x="728838" y="6997699"/>
                  </a:lnTo>
                  <a:lnTo>
                    <a:pt x="687741" y="6984999"/>
                  </a:lnTo>
                  <a:lnTo>
                    <a:pt x="647484" y="6959599"/>
                  </a:lnTo>
                  <a:lnTo>
                    <a:pt x="608100" y="6934199"/>
                  </a:lnTo>
                  <a:lnTo>
                    <a:pt x="569625" y="6908799"/>
                  </a:lnTo>
                  <a:lnTo>
                    <a:pt x="532093" y="6883399"/>
                  </a:lnTo>
                  <a:lnTo>
                    <a:pt x="495537" y="6857999"/>
                  </a:lnTo>
                  <a:lnTo>
                    <a:pt x="459994" y="6832599"/>
                  </a:lnTo>
                  <a:lnTo>
                    <a:pt x="425496" y="6807199"/>
                  </a:lnTo>
                  <a:lnTo>
                    <a:pt x="392079" y="6781799"/>
                  </a:lnTo>
                  <a:lnTo>
                    <a:pt x="359778" y="6743699"/>
                  </a:lnTo>
                  <a:lnTo>
                    <a:pt x="328625" y="6718299"/>
                  </a:lnTo>
                  <a:lnTo>
                    <a:pt x="298656" y="6680199"/>
                  </a:lnTo>
                  <a:lnTo>
                    <a:pt x="269906" y="6642099"/>
                  </a:lnTo>
                  <a:lnTo>
                    <a:pt x="242409" y="6603999"/>
                  </a:lnTo>
                  <a:lnTo>
                    <a:pt x="216198" y="6578599"/>
                  </a:lnTo>
                  <a:lnTo>
                    <a:pt x="191310" y="6540499"/>
                  </a:lnTo>
                  <a:lnTo>
                    <a:pt x="167777" y="6502399"/>
                  </a:lnTo>
                  <a:lnTo>
                    <a:pt x="145635" y="6464299"/>
                  </a:lnTo>
                  <a:lnTo>
                    <a:pt x="124918" y="6413499"/>
                  </a:lnTo>
                  <a:lnTo>
                    <a:pt x="105660" y="6375399"/>
                  </a:lnTo>
                  <a:lnTo>
                    <a:pt x="87896" y="6337299"/>
                  </a:lnTo>
                  <a:lnTo>
                    <a:pt x="71661" y="6286499"/>
                  </a:lnTo>
                  <a:lnTo>
                    <a:pt x="56988" y="6248399"/>
                  </a:lnTo>
                  <a:lnTo>
                    <a:pt x="43913" y="6210299"/>
                  </a:lnTo>
                  <a:lnTo>
                    <a:pt x="32469" y="6159499"/>
                  </a:lnTo>
                  <a:lnTo>
                    <a:pt x="22691" y="6108699"/>
                  </a:lnTo>
                  <a:lnTo>
                    <a:pt x="14614" y="6070599"/>
                  </a:lnTo>
                  <a:lnTo>
                    <a:pt x="8272" y="6019799"/>
                  </a:lnTo>
                  <a:lnTo>
                    <a:pt x="3699" y="5968999"/>
                  </a:lnTo>
                  <a:lnTo>
                    <a:pt x="930" y="5930899"/>
                  </a:lnTo>
                  <a:lnTo>
                    <a:pt x="0" y="5880099"/>
                  </a:lnTo>
                  <a:lnTo>
                    <a:pt x="0" y="1206499"/>
                  </a:lnTo>
                  <a:lnTo>
                    <a:pt x="3699" y="1130299"/>
                  </a:lnTo>
                  <a:lnTo>
                    <a:pt x="8272" y="1079499"/>
                  </a:lnTo>
                  <a:lnTo>
                    <a:pt x="14614" y="1028699"/>
                  </a:lnTo>
                  <a:lnTo>
                    <a:pt x="22691" y="990599"/>
                  </a:lnTo>
                  <a:lnTo>
                    <a:pt x="32469" y="939799"/>
                  </a:lnTo>
                  <a:lnTo>
                    <a:pt x="43913" y="901699"/>
                  </a:lnTo>
                  <a:lnTo>
                    <a:pt x="56988" y="850899"/>
                  </a:lnTo>
                  <a:lnTo>
                    <a:pt x="71661" y="812799"/>
                  </a:lnTo>
                  <a:lnTo>
                    <a:pt x="87896" y="761999"/>
                  </a:lnTo>
                  <a:lnTo>
                    <a:pt x="105660" y="723899"/>
                  </a:lnTo>
                  <a:lnTo>
                    <a:pt x="124918" y="685799"/>
                  </a:lnTo>
                  <a:lnTo>
                    <a:pt x="145635" y="647699"/>
                  </a:lnTo>
                  <a:lnTo>
                    <a:pt x="167777" y="609599"/>
                  </a:lnTo>
                  <a:lnTo>
                    <a:pt x="191310" y="571499"/>
                  </a:lnTo>
                  <a:lnTo>
                    <a:pt x="216198" y="533399"/>
                  </a:lnTo>
                  <a:lnTo>
                    <a:pt x="242409" y="495299"/>
                  </a:lnTo>
                  <a:lnTo>
                    <a:pt x="269906" y="457199"/>
                  </a:lnTo>
                  <a:lnTo>
                    <a:pt x="298656" y="419099"/>
                  </a:lnTo>
                  <a:lnTo>
                    <a:pt x="328625" y="393699"/>
                  </a:lnTo>
                  <a:lnTo>
                    <a:pt x="359778" y="355599"/>
                  </a:lnTo>
                  <a:lnTo>
                    <a:pt x="392079" y="330199"/>
                  </a:lnTo>
                  <a:lnTo>
                    <a:pt x="425496" y="292099"/>
                  </a:lnTo>
                  <a:lnTo>
                    <a:pt x="459994" y="266699"/>
                  </a:lnTo>
                  <a:lnTo>
                    <a:pt x="495537" y="241299"/>
                  </a:lnTo>
                  <a:lnTo>
                    <a:pt x="532093" y="215899"/>
                  </a:lnTo>
                  <a:lnTo>
                    <a:pt x="569625" y="190499"/>
                  </a:lnTo>
                  <a:lnTo>
                    <a:pt x="608100" y="165099"/>
                  </a:lnTo>
                  <a:lnTo>
                    <a:pt x="647484" y="139699"/>
                  </a:lnTo>
                  <a:lnTo>
                    <a:pt x="687741" y="126999"/>
                  </a:lnTo>
                  <a:lnTo>
                    <a:pt x="728838" y="101599"/>
                  </a:lnTo>
                  <a:lnTo>
                    <a:pt x="770739" y="88899"/>
                  </a:lnTo>
                  <a:lnTo>
                    <a:pt x="813412" y="63499"/>
                  </a:lnTo>
                  <a:lnTo>
                    <a:pt x="945707" y="25399"/>
                  </a:lnTo>
                  <a:lnTo>
                    <a:pt x="5936664" y="25399"/>
                  </a:lnTo>
                  <a:lnTo>
                    <a:pt x="6068955" y="63499"/>
                  </a:lnTo>
                  <a:lnTo>
                    <a:pt x="6111626" y="88899"/>
                  </a:lnTo>
                  <a:lnTo>
                    <a:pt x="6153527" y="101599"/>
                  </a:lnTo>
                  <a:lnTo>
                    <a:pt x="6194622" y="126999"/>
                  </a:lnTo>
                  <a:lnTo>
                    <a:pt x="6234879" y="139699"/>
                  </a:lnTo>
                  <a:lnTo>
                    <a:pt x="6274261" y="165099"/>
                  </a:lnTo>
                  <a:lnTo>
                    <a:pt x="1082332" y="165099"/>
                  </a:lnTo>
                  <a:lnTo>
                    <a:pt x="944024" y="203199"/>
                  </a:lnTo>
                  <a:lnTo>
                    <a:pt x="812810" y="241299"/>
                  </a:lnTo>
                  <a:lnTo>
                    <a:pt x="770870" y="266699"/>
                  </a:lnTo>
                  <a:lnTo>
                    <a:pt x="729907" y="279399"/>
                  </a:lnTo>
                  <a:lnTo>
                    <a:pt x="689971" y="304799"/>
                  </a:lnTo>
                  <a:lnTo>
                    <a:pt x="651106" y="330199"/>
                  </a:lnTo>
                  <a:lnTo>
                    <a:pt x="613363" y="355599"/>
                  </a:lnTo>
                  <a:lnTo>
                    <a:pt x="576787" y="380999"/>
                  </a:lnTo>
                  <a:lnTo>
                    <a:pt x="541426" y="406399"/>
                  </a:lnTo>
                  <a:lnTo>
                    <a:pt x="507327" y="444499"/>
                  </a:lnTo>
                  <a:lnTo>
                    <a:pt x="474539" y="469899"/>
                  </a:lnTo>
                  <a:lnTo>
                    <a:pt x="443108" y="507999"/>
                  </a:lnTo>
                  <a:lnTo>
                    <a:pt x="413081" y="533399"/>
                  </a:lnTo>
                  <a:lnTo>
                    <a:pt x="384507" y="571499"/>
                  </a:lnTo>
                  <a:lnTo>
                    <a:pt x="357433" y="609599"/>
                  </a:lnTo>
                  <a:lnTo>
                    <a:pt x="331906" y="647699"/>
                  </a:lnTo>
                  <a:lnTo>
                    <a:pt x="307974" y="685799"/>
                  </a:lnTo>
                  <a:lnTo>
                    <a:pt x="285683" y="723899"/>
                  </a:lnTo>
                  <a:lnTo>
                    <a:pt x="265082" y="774699"/>
                  </a:lnTo>
                  <a:lnTo>
                    <a:pt x="246218" y="812799"/>
                  </a:lnTo>
                  <a:lnTo>
                    <a:pt x="229138" y="850899"/>
                  </a:lnTo>
                  <a:lnTo>
                    <a:pt x="213890" y="901699"/>
                  </a:lnTo>
                  <a:lnTo>
                    <a:pt x="200521" y="939799"/>
                  </a:lnTo>
                  <a:lnTo>
                    <a:pt x="189079" y="990599"/>
                  </a:lnTo>
                  <a:lnTo>
                    <a:pt x="179611" y="1028699"/>
                  </a:lnTo>
                  <a:lnTo>
                    <a:pt x="172164" y="1079499"/>
                  </a:lnTo>
                  <a:lnTo>
                    <a:pt x="166786" y="1130299"/>
                  </a:lnTo>
                  <a:lnTo>
                    <a:pt x="163525" y="1181099"/>
                  </a:lnTo>
                  <a:lnTo>
                    <a:pt x="162427" y="1219199"/>
                  </a:lnTo>
                  <a:lnTo>
                    <a:pt x="162427" y="5880099"/>
                  </a:lnTo>
                  <a:lnTo>
                    <a:pt x="163525" y="5930899"/>
                  </a:lnTo>
                  <a:lnTo>
                    <a:pt x="166786" y="5968999"/>
                  </a:lnTo>
                  <a:lnTo>
                    <a:pt x="172164" y="6019799"/>
                  </a:lnTo>
                  <a:lnTo>
                    <a:pt x="179611" y="6070599"/>
                  </a:lnTo>
                  <a:lnTo>
                    <a:pt x="189079" y="6108699"/>
                  </a:lnTo>
                  <a:lnTo>
                    <a:pt x="200521" y="6159499"/>
                  </a:lnTo>
                  <a:lnTo>
                    <a:pt x="213890" y="6210299"/>
                  </a:lnTo>
                  <a:lnTo>
                    <a:pt x="229138" y="6248399"/>
                  </a:lnTo>
                  <a:lnTo>
                    <a:pt x="246218" y="6286499"/>
                  </a:lnTo>
                  <a:lnTo>
                    <a:pt x="265082" y="6337299"/>
                  </a:lnTo>
                  <a:lnTo>
                    <a:pt x="285683" y="6375399"/>
                  </a:lnTo>
                  <a:lnTo>
                    <a:pt x="307974" y="6413499"/>
                  </a:lnTo>
                  <a:lnTo>
                    <a:pt x="331906" y="6451599"/>
                  </a:lnTo>
                  <a:lnTo>
                    <a:pt x="357433" y="6489699"/>
                  </a:lnTo>
                  <a:lnTo>
                    <a:pt x="384507" y="6527799"/>
                  </a:lnTo>
                  <a:lnTo>
                    <a:pt x="413081" y="6565899"/>
                  </a:lnTo>
                  <a:lnTo>
                    <a:pt x="443108" y="6591299"/>
                  </a:lnTo>
                  <a:lnTo>
                    <a:pt x="474539" y="6629399"/>
                  </a:lnTo>
                  <a:lnTo>
                    <a:pt x="507327" y="6667499"/>
                  </a:lnTo>
                  <a:lnTo>
                    <a:pt x="541426" y="6692899"/>
                  </a:lnTo>
                  <a:lnTo>
                    <a:pt x="576787" y="6718299"/>
                  </a:lnTo>
                  <a:lnTo>
                    <a:pt x="613363" y="6743699"/>
                  </a:lnTo>
                  <a:lnTo>
                    <a:pt x="651106" y="6769099"/>
                  </a:lnTo>
                  <a:lnTo>
                    <a:pt x="689971" y="6794499"/>
                  </a:lnTo>
                  <a:lnTo>
                    <a:pt x="729907" y="6819899"/>
                  </a:lnTo>
                  <a:lnTo>
                    <a:pt x="770870" y="6845299"/>
                  </a:lnTo>
                  <a:lnTo>
                    <a:pt x="855681" y="6870699"/>
                  </a:lnTo>
                  <a:lnTo>
                    <a:pt x="899435" y="6896099"/>
                  </a:lnTo>
                  <a:lnTo>
                    <a:pt x="989402" y="6921499"/>
                  </a:lnTo>
                  <a:lnTo>
                    <a:pt x="1035520" y="6921499"/>
                  </a:lnTo>
                  <a:lnTo>
                    <a:pt x="1082332" y="6934199"/>
                  </a:lnTo>
                  <a:lnTo>
                    <a:pt x="1129790" y="6934199"/>
                  </a:lnTo>
                  <a:lnTo>
                    <a:pt x="1177846" y="6946899"/>
                  </a:lnTo>
                  <a:lnTo>
                    <a:pt x="6254570" y="6946899"/>
                  </a:lnTo>
                  <a:lnTo>
                    <a:pt x="6234879" y="6959599"/>
                  </a:lnTo>
                  <a:lnTo>
                    <a:pt x="6194622" y="6984999"/>
                  </a:lnTo>
                  <a:lnTo>
                    <a:pt x="6153527" y="6997699"/>
                  </a:lnTo>
                  <a:lnTo>
                    <a:pt x="6111626" y="7023099"/>
                  </a:lnTo>
                  <a:lnTo>
                    <a:pt x="6068955" y="7035799"/>
                  </a:lnTo>
                  <a:lnTo>
                    <a:pt x="5891256" y="7086599"/>
                  </a:lnTo>
                  <a:close/>
                </a:path>
                <a:path w="6882765" h="7086600">
                  <a:moveTo>
                    <a:pt x="6254570" y="6946899"/>
                  </a:moveTo>
                  <a:lnTo>
                    <a:pt x="5704534" y="6946899"/>
                  </a:lnTo>
                  <a:lnTo>
                    <a:pt x="5752588" y="6934199"/>
                  </a:lnTo>
                  <a:lnTo>
                    <a:pt x="5800044" y="6934199"/>
                  </a:lnTo>
                  <a:lnTo>
                    <a:pt x="5846853" y="6921499"/>
                  </a:lnTo>
                  <a:lnTo>
                    <a:pt x="5892970" y="6921499"/>
                  </a:lnTo>
                  <a:lnTo>
                    <a:pt x="5982934" y="6896099"/>
                  </a:lnTo>
                  <a:lnTo>
                    <a:pt x="6026686" y="6870699"/>
                  </a:lnTo>
                  <a:lnTo>
                    <a:pt x="6111494" y="6845299"/>
                  </a:lnTo>
                  <a:lnTo>
                    <a:pt x="6152455" y="6819899"/>
                  </a:lnTo>
                  <a:lnTo>
                    <a:pt x="6192391" y="6794499"/>
                  </a:lnTo>
                  <a:lnTo>
                    <a:pt x="6231254" y="6769099"/>
                  </a:lnTo>
                  <a:lnTo>
                    <a:pt x="6268997" y="6743699"/>
                  </a:lnTo>
                  <a:lnTo>
                    <a:pt x="6305572" y="6718299"/>
                  </a:lnTo>
                  <a:lnTo>
                    <a:pt x="6340932" y="6692899"/>
                  </a:lnTo>
                  <a:lnTo>
                    <a:pt x="6375030" y="6667499"/>
                  </a:lnTo>
                  <a:lnTo>
                    <a:pt x="6407817" y="6629399"/>
                  </a:lnTo>
                  <a:lnTo>
                    <a:pt x="6439248" y="6591299"/>
                  </a:lnTo>
                  <a:lnTo>
                    <a:pt x="6469274" y="6565899"/>
                  </a:lnTo>
                  <a:lnTo>
                    <a:pt x="6497847" y="6527799"/>
                  </a:lnTo>
                  <a:lnTo>
                    <a:pt x="6524921" y="6489699"/>
                  </a:lnTo>
                  <a:lnTo>
                    <a:pt x="6550447" y="6451599"/>
                  </a:lnTo>
                  <a:lnTo>
                    <a:pt x="6574380" y="6413499"/>
                  </a:lnTo>
                  <a:lnTo>
                    <a:pt x="6596670" y="6375399"/>
                  </a:lnTo>
                  <a:lnTo>
                    <a:pt x="6617271" y="6337299"/>
                  </a:lnTo>
                  <a:lnTo>
                    <a:pt x="6636135" y="6286499"/>
                  </a:lnTo>
                  <a:lnTo>
                    <a:pt x="6653214" y="6248399"/>
                  </a:lnTo>
                  <a:lnTo>
                    <a:pt x="6668462" y="6210299"/>
                  </a:lnTo>
                  <a:lnTo>
                    <a:pt x="6681831" y="6159499"/>
                  </a:lnTo>
                  <a:lnTo>
                    <a:pt x="6693273" y="6108699"/>
                  </a:lnTo>
                  <a:lnTo>
                    <a:pt x="6702741" y="6070599"/>
                  </a:lnTo>
                  <a:lnTo>
                    <a:pt x="6710188" y="6019799"/>
                  </a:lnTo>
                  <a:lnTo>
                    <a:pt x="6715566" y="5968999"/>
                  </a:lnTo>
                  <a:lnTo>
                    <a:pt x="6718827" y="5930899"/>
                  </a:lnTo>
                  <a:lnTo>
                    <a:pt x="6719925" y="5880099"/>
                  </a:lnTo>
                  <a:lnTo>
                    <a:pt x="6719925" y="1219199"/>
                  </a:lnTo>
                  <a:lnTo>
                    <a:pt x="6718827" y="1181099"/>
                  </a:lnTo>
                  <a:lnTo>
                    <a:pt x="6715566" y="1130299"/>
                  </a:lnTo>
                  <a:lnTo>
                    <a:pt x="6710188" y="1079499"/>
                  </a:lnTo>
                  <a:lnTo>
                    <a:pt x="6702741" y="1028699"/>
                  </a:lnTo>
                  <a:lnTo>
                    <a:pt x="6693273" y="990599"/>
                  </a:lnTo>
                  <a:lnTo>
                    <a:pt x="6681831" y="939799"/>
                  </a:lnTo>
                  <a:lnTo>
                    <a:pt x="6668462" y="901699"/>
                  </a:lnTo>
                  <a:lnTo>
                    <a:pt x="6653214" y="850899"/>
                  </a:lnTo>
                  <a:lnTo>
                    <a:pt x="6636135" y="812799"/>
                  </a:lnTo>
                  <a:lnTo>
                    <a:pt x="6617271" y="774699"/>
                  </a:lnTo>
                  <a:lnTo>
                    <a:pt x="6596670" y="723899"/>
                  </a:lnTo>
                  <a:lnTo>
                    <a:pt x="6574380" y="685799"/>
                  </a:lnTo>
                  <a:lnTo>
                    <a:pt x="6550447" y="647699"/>
                  </a:lnTo>
                  <a:lnTo>
                    <a:pt x="6524921" y="609599"/>
                  </a:lnTo>
                  <a:lnTo>
                    <a:pt x="6497847" y="571499"/>
                  </a:lnTo>
                  <a:lnTo>
                    <a:pt x="6469274" y="533399"/>
                  </a:lnTo>
                  <a:lnTo>
                    <a:pt x="6439248" y="507999"/>
                  </a:lnTo>
                  <a:lnTo>
                    <a:pt x="6407817" y="469899"/>
                  </a:lnTo>
                  <a:lnTo>
                    <a:pt x="6375030" y="444499"/>
                  </a:lnTo>
                  <a:lnTo>
                    <a:pt x="6340932" y="406399"/>
                  </a:lnTo>
                  <a:lnTo>
                    <a:pt x="6305572" y="380999"/>
                  </a:lnTo>
                  <a:lnTo>
                    <a:pt x="6268997" y="355599"/>
                  </a:lnTo>
                  <a:lnTo>
                    <a:pt x="6231254" y="330199"/>
                  </a:lnTo>
                  <a:lnTo>
                    <a:pt x="6192391" y="304799"/>
                  </a:lnTo>
                  <a:lnTo>
                    <a:pt x="6152455" y="279399"/>
                  </a:lnTo>
                  <a:lnTo>
                    <a:pt x="6111494" y="266699"/>
                  </a:lnTo>
                  <a:lnTo>
                    <a:pt x="6069555" y="241299"/>
                  </a:lnTo>
                  <a:lnTo>
                    <a:pt x="5938346" y="203199"/>
                  </a:lnTo>
                  <a:lnTo>
                    <a:pt x="5800044" y="165099"/>
                  </a:lnTo>
                  <a:lnTo>
                    <a:pt x="6274261" y="165099"/>
                  </a:lnTo>
                  <a:lnTo>
                    <a:pt x="6312735" y="190499"/>
                  </a:lnTo>
                  <a:lnTo>
                    <a:pt x="6350267" y="215899"/>
                  </a:lnTo>
                  <a:lnTo>
                    <a:pt x="6386821" y="241299"/>
                  </a:lnTo>
                  <a:lnTo>
                    <a:pt x="6422364" y="266699"/>
                  </a:lnTo>
                  <a:lnTo>
                    <a:pt x="6456861" y="292099"/>
                  </a:lnTo>
                  <a:lnTo>
                    <a:pt x="6490277" y="330199"/>
                  </a:lnTo>
                  <a:lnTo>
                    <a:pt x="6522578" y="355599"/>
                  </a:lnTo>
                  <a:lnTo>
                    <a:pt x="6553730" y="393699"/>
                  </a:lnTo>
                  <a:lnTo>
                    <a:pt x="6583699" y="419099"/>
                  </a:lnTo>
                  <a:lnTo>
                    <a:pt x="6612448" y="457199"/>
                  </a:lnTo>
                  <a:lnTo>
                    <a:pt x="6639946" y="495299"/>
                  </a:lnTo>
                  <a:lnTo>
                    <a:pt x="6666156" y="533399"/>
                  </a:lnTo>
                  <a:lnTo>
                    <a:pt x="6691044" y="571499"/>
                  </a:lnTo>
                  <a:lnTo>
                    <a:pt x="6714576" y="609599"/>
                  </a:lnTo>
                  <a:lnTo>
                    <a:pt x="6736718" y="647699"/>
                  </a:lnTo>
                  <a:lnTo>
                    <a:pt x="6757435" y="685799"/>
                  </a:lnTo>
                  <a:lnTo>
                    <a:pt x="6776693" y="723899"/>
                  </a:lnTo>
                  <a:lnTo>
                    <a:pt x="6794456" y="761999"/>
                  </a:lnTo>
                  <a:lnTo>
                    <a:pt x="6810692" y="812799"/>
                  </a:lnTo>
                  <a:lnTo>
                    <a:pt x="6825364" y="850899"/>
                  </a:lnTo>
                  <a:lnTo>
                    <a:pt x="6838440" y="901699"/>
                  </a:lnTo>
                  <a:lnTo>
                    <a:pt x="6849883" y="939799"/>
                  </a:lnTo>
                  <a:lnTo>
                    <a:pt x="6859661" y="990599"/>
                  </a:lnTo>
                  <a:lnTo>
                    <a:pt x="6867738" y="1028699"/>
                  </a:lnTo>
                  <a:lnTo>
                    <a:pt x="6874081" y="1079499"/>
                  </a:lnTo>
                  <a:lnTo>
                    <a:pt x="6878653" y="1130299"/>
                  </a:lnTo>
                  <a:lnTo>
                    <a:pt x="6881422" y="1181099"/>
                  </a:lnTo>
                  <a:lnTo>
                    <a:pt x="6882353" y="1219199"/>
                  </a:lnTo>
                  <a:lnTo>
                    <a:pt x="6882353" y="5880099"/>
                  </a:lnTo>
                  <a:lnTo>
                    <a:pt x="6881422" y="5930899"/>
                  </a:lnTo>
                  <a:lnTo>
                    <a:pt x="6878653" y="5968999"/>
                  </a:lnTo>
                  <a:lnTo>
                    <a:pt x="6874081" y="6019799"/>
                  </a:lnTo>
                  <a:lnTo>
                    <a:pt x="6867738" y="6070599"/>
                  </a:lnTo>
                  <a:lnTo>
                    <a:pt x="6859661" y="6108699"/>
                  </a:lnTo>
                  <a:lnTo>
                    <a:pt x="6849883" y="6159499"/>
                  </a:lnTo>
                  <a:lnTo>
                    <a:pt x="6838440" y="6197599"/>
                  </a:lnTo>
                  <a:lnTo>
                    <a:pt x="6825364" y="6248399"/>
                  </a:lnTo>
                  <a:lnTo>
                    <a:pt x="6810692" y="6286499"/>
                  </a:lnTo>
                  <a:lnTo>
                    <a:pt x="6794456" y="6337299"/>
                  </a:lnTo>
                  <a:lnTo>
                    <a:pt x="6776693" y="6375399"/>
                  </a:lnTo>
                  <a:lnTo>
                    <a:pt x="6757435" y="6413499"/>
                  </a:lnTo>
                  <a:lnTo>
                    <a:pt x="6736718" y="6451599"/>
                  </a:lnTo>
                  <a:lnTo>
                    <a:pt x="6714576" y="6502399"/>
                  </a:lnTo>
                  <a:lnTo>
                    <a:pt x="6691044" y="6540499"/>
                  </a:lnTo>
                  <a:lnTo>
                    <a:pt x="6666156" y="6578599"/>
                  </a:lnTo>
                  <a:lnTo>
                    <a:pt x="6639946" y="6603999"/>
                  </a:lnTo>
                  <a:lnTo>
                    <a:pt x="6612448" y="6642099"/>
                  </a:lnTo>
                  <a:lnTo>
                    <a:pt x="6583699" y="6680199"/>
                  </a:lnTo>
                  <a:lnTo>
                    <a:pt x="6553730" y="6718299"/>
                  </a:lnTo>
                  <a:lnTo>
                    <a:pt x="6522578" y="6743699"/>
                  </a:lnTo>
                  <a:lnTo>
                    <a:pt x="6490277" y="6781799"/>
                  </a:lnTo>
                  <a:lnTo>
                    <a:pt x="6456861" y="6807199"/>
                  </a:lnTo>
                  <a:lnTo>
                    <a:pt x="6422364" y="6832599"/>
                  </a:lnTo>
                  <a:lnTo>
                    <a:pt x="6386821" y="6857999"/>
                  </a:lnTo>
                  <a:lnTo>
                    <a:pt x="6350267" y="6883399"/>
                  </a:lnTo>
                  <a:lnTo>
                    <a:pt x="6312735" y="6908799"/>
                  </a:lnTo>
                  <a:lnTo>
                    <a:pt x="6274261" y="6934199"/>
                  </a:lnTo>
                  <a:lnTo>
                    <a:pt x="6254570" y="6946899"/>
                  </a:lnTo>
                  <a:close/>
                </a:path>
              </a:pathLst>
            </a:custGeom>
            <a:grpFill/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44" name="Picture 10" descr="Nhận diện thương hiệu Logo HaUI">
            <a:extLst>
              <a:ext uri="{FF2B5EF4-FFF2-40B4-BE49-F238E27FC236}">
                <a16:creationId xmlns:a16="http://schemas.microsoft.com/office/drawing/2014/main" id="{CBBEA51A-4D2A-594E-65C2-494CF2B85D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245" b="99657" l="343" r="99069">
                        <a14:foregroundMark x1="1415" y1="2252" x2="12206" y2="833"/>
                        <a14:foregroundMark x1="12206" y1="833" x2="83333" y2="1912"/>
                        <a14:foregroundMark x1="89020" y1="686" x2="88873" y2="19559"/>
                        <a14:foregroundMark x1="96324" y1="1667" x2="97108" y2="10588"/>
                        <a14:foregroundMark x1="98922" y1="95637" x2="93971" y2="97549"/>
                        <a14:foregroundMark x1="4118" y1="98529" x2="2843" y2="94657"/>
                        <a14:foregroundMark x1="1225" y1="89853" x2="7941" y2="88480"/>
                        <a14:foregroundMark x1="11814" y1="73333" x2="58578" y2="72059"/>
                        <a14:foregroundMark x1="58578" y1="72059" x2="79559" y2="73333"/>
                        <a14:foregroundMark x1="79559" y1="73333" x2="89804" y2="72892"/>
                        <a14:foregroundMark x1="89804" y1="72892" x2="90490" y2="72892"/>
                        <a14:foregroundMark x1="55784" y1="47549" x2="52206" y2="27304"/>
                        <a14:foregroundMark x1="45147" y1="21765" x2="43922" y2="11029"/>
                        <a14:foregroundMark x1="47108" y1="17892" x2="34412" y2="17108"/>
                        <a14:foregroundMark x1="77843" y1="92745" x2="89020" y2="91078"/>
                        <a14:foregroundMark x1="97549" y1="97990" x2="95490" y2="98529"/>
                        <a14:foregroundMark x1="91765" y1="99363" x2="86520" y2="99363"/>
                        <a14:foregroundMark x1="82108" y1="99363" x2="76176" y2="98284"/>
                        <a14:foregroundMark x1="75196" y1="99510" x2="66373" y2="99657"/>
                        <a14:foregroundMark x1="65686" y1="99657" x2="27402" y2="99216"/>
                        <a14:foregroundMark x1="26863" y1="98971" x2="5882" y2="99069"/>
                        <a14:foregroundMark x1="2843" y1="97990" x2="392" y2="93873"/>
                        <a14:foregroundMark x1="1324" y1="88480" x2="1324" y2="78284"/>
                        <a14:foregroundMark x1="931" y1="76765" x2="2598" y2="66765"/>
                        <a14:foregroundMark x1="2598" y1="66765" x2="1225" y2="61716"/>
                        <a14:foregroundMark x1="931" y1="67255" x2="931" y2="68333"/>
                        <a14:foregroundMark x1="931" y1="61471" x2="931" y2="54706"/>
                        <a14:foregroundMark x1="931" y1="49755" x2="637" y2="38186"/>
                        <a14:foregroundMark x1="1078" y1="35686" x2="637" y2="25931"/>
                        <a14:foregroundMark x1="931" y1="22745" x2="539" y2="9902"/>
                        <a14:foregroundMark x1="56324" y1="1373" x2="70686" y2="1373"/>
                        <a14:foregroundMark x1="74657" y1="1225" x2="85686" y2="1225"/>
                        <a14:foregroundMark x1="97010" y1="1814" x2="98382" y2="4951"/>
                        <a14:foregroundMark x1="98480" y1="6471" x2="99069" y2="14902"/>
                        <a14:foregroundMark x1="99069" y1="16667" x2="98922" y2="72353"/>
                        <a14:foregroundMark x1="98775" y1="74853" x2="99069" y2="91912"/>
                        <a14:backgroundMark x1="931" y1="98676" x2="98" y2="98529"/>
                        <a14:backgroundMark x1="1765" y1="1373" x2="539" y2="1373"/>
                        <a14:backgroundMark x1="99069" y1="980" x2="99069" y2="980"/>
                        <a14:backgroundMark x1="99069" y1="980" x2="99216" y2="980"/>
                        <a14:backgroundMark x1="98922" y1="98824" x2="99608" y2="9882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17854" y="23649"/>
            <a:ext cx="481995" cy="4568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3772BE83-14C8-9843-4485-808F339D7746}"/>
              </a:ext>
            </a:extLst>
          </p:cNvPr>
          <p:cNvSpPr/>
          <p:nvPr/>
        </p:nvSpPr>
        <p:spPr>
          <a:xfrm>
            <a:off x="1473127" y="-695794"/>
            <a:ext cx="1800000" cy="360000"/>
          </a:xfrm>
          <a:prstGeom prst="roundRect">
            <a:avLst>
              <a:gd name="adj" fmla="val 44951"/>
            </a:avLst>
          </a:prstGeom>
          <a:solidFill>
            <a:srgbClr val="7E3B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sz="1800" b="1">
                <a:latin typeface="Arial" panose="020B0604020202020204" pitchFamily="34" charset="0"/>
                <a:cs typeface="Arial" panose="020B0604020202020204" pitchFamily="34" charset="0"/>
              </a:rPr>
              <a:t>Nội dung </a:t>
            </a:r>
            <a:endParaRPr lang="en-MY" sz="1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D3BE4F9-B772-4160-D04C-F08C589E1A81}"/>
              </a:ext>
            </a:extLst>
          </p:cNvPr>
          <p:cNvSpPr txBox="1"/>
          <p:nvPr/>
        </p:nvSpPr>
        <p:spPr>
          <a:xfrm>
            <a:off x="190583" y="1191173"/>
            <a:ext cx="5666938" cy="25442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spcAft>
                <a:spcPts val="800"/>
              </a:spcAft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q"/>
            </a:pPr>
            <a:r>
              <a:rPr lang="vi-VN" b="1" kern="100" dirty="0">
                <a:solidFill>
                  <a:schemeClr val="bg1"/>
                </a:solidFill>
                <a:latin typeface="+mn-lt"/>
                <a:ea typeface="Aptos" panose="020B0004020202020204" pitchFamily="34" charset="0"/>
                <a:cs typeface="Arial" panose="020B0604020202020204" pitchFamily="34" charset="0"/>
              </a:rPr>
              <a:t>Sự nguy hiểm của té ngã: Gây chấn thương nghiêm trọng cho người cao tuổi/bệnh nhân, cần phát hiện trong "thời gian vàng".</a:t>
            </a:r>
          </a:p>
          <a:p>
            <a:pPr marL="342900" lvl="0" indent="-342900" algn="just">
              <a:spcAft>
                <a:spcPts val="800"/>
              </a:spcAft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q"/>
            </a:pPr>
            <a:r>
              <a:rPr lang="vi-VN" b="1" kern="100" dirty="0">
                <a:solidFill>
                  <a:schemeClr val="bg1"/>
                </a:solidFill>
                <a:latin typeface="+mn-lt"/>
                <a:ea typeface="Aptos" panose="020B0004020202020204" pitchFamily="34" charset="0"/>
                <a:cs typeface="Arial" panose="020B0604020202020204" pitchFamily="34" charset="0"/>
              </a:rPr>
              <a:t>Hạn chế của thiết bị đeo: Gây bất tiện, vướng víu, phụ thuộc pin và dễ quên.</a:t>
            </a:r>
          </a:p>
          <a:p>
            <a:pPr marL="342900" lvl="0" indent="-342900" algn="just">
              <a:spcAft>
                <a:spcPts val="800"/>
              </a:spcAft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q"/>
            </a:pPr>
            <a:r>
              <a:rPr lang="vi-VN" b="1" kern="100" dirty="0">
                <a:solidFill>
                  <a:schemeClr val="bg1"/>
                </a:solidFill>
                <a:latin typeface="+mn-lt"/>
                <a:ea typeface="Aptos" panose="020B0004020202020204" pitchFamily="34" charset="0"/>
                <a:cs typeface="Arial" panose="020B0604020202020204" pitchFamily="34" charset="0"/>
              </a:rPr>
              <a:t>Ưu điểm của </a:t>
            </a:r>
            <a:r>
              <a:rPr lang="vi-VN" b="1" kern="100" dirty="0" err="1">
                <a:solidFill>
                  <a:schemeClr val="bg1"/>
                </a:solidFill>
                <a:latin typeface="+mn-lt"/>
                <a:ea typeface="Aptos" panose="020B0004020202020204" pitchFamily="34" charset="0"/>
                <a:cs typeface="Arial" panose="020B0604020202020204" pitchFamily="34" charset="0"/>
              </a:rPr>
              <a:t>Camera</a:t>
            </a:r>
            <a:r>
              <a:rPr lang="vi-VN" b="1" kern="100" dirty="0">
                <a:solidFill>
                  <a:schemeClr val="bg1"/>
                </a:solidFill>
                <a:latin typeface="+mn-lt"/>
                <a:ea typeface="Aptos" panose="020B0004020202020204" pitchFamily="34" charset="0"/>
                <a:cs typeface="Arial" panose="020B0604020202020204" pitchFamily="34" charset="0"/>
              </a:rPr>
              <a:t> + AI:</a:t>
            </a:r>
          </a:p>
          <a:p>
            <a:pPr lvl="6">
              <a:spcAft>
                <a:spcPts val="800"/>
              </a:spcAft>
              <a:buClr>
                <a:schemeClr val="accent5">
                  <a:lumMod val="75000"/>
                </a:schemeClr>
              </a:buClr>
            </a:pPr>
            <a:r>
              <a:rPr lang="vi-VN" b="1" kern="100" dirty="0">
                <a:solidFill>
                  <a:schemeClr val="bg1"/>
                </a:solidFill>
                <a:latin typeface="+mn-lt"/>
                <a:ea typeface="Aptos" panose="020B0004020202020204" pitchFamily="34" charset="0"/>
                <a:cs typeface="Arial" panose="020B0604020202020204" pitchFamily="34" charset="0"/>
              </a:rPr>
              <a:t>	- Trải nghiệm phi tiếp xúc.</a:t>
            </a:r>
          </a:p>
          <a:p>
            <a:pPr lvl="6">
              <a:spcAft>
                <a:spcPts val="800"/>
              </a:spcAft>
              <a:buClr>
                <a:schemeClr val="accent5">
                  <a:lumMod val="75000"/>
                </a:schemeClr>
              </a:buClr>
            </a:pPr>
            <a:r>
              <a:rPr lang="vi-VN" b="1" kern="100" dirty="0">
                <a:solidFill>
                  <a:schemeClr val="bg1"/>
                </a:solidFill>
                <a:latin typeface="+mn-lt"/>
                <a:ea typeface="Aptos" panose="020B0004020202020204" pitchFamily="34" charset="0"/>
                <a:cs typeface="Arial" panose="020B0604020202020204" pitchFamily="34" charset="0"/>
              </a:rPr>
              <a:t>	- Bảo vệ quyền riêng tư qua dữ liệu khung xương.</a:t>
            </a:r>
          </a:p>
          <a:p>
            <a:pPr lvl="6">
              <a:spcAft>
                <a:spcPts val="800"/>
              </a:spcAft>
              <a:buClr>
                <a:schemeClr val="accent5">
                  <a:lumMod val="75000"/>
                </a:schemeClr>
              </a:buClr>
            </a:pPr>
            <a:r>
              <a:rPr lang="vi-VN" b="1" kern="100" dirty="0">
                <a:solidFill>
                  <a:schemeClr val="bg1"/>
                </a:solidFill>
                <a:latin typeface="+mn-lt"/>
                <a:ea typeface="Aptos" panose="020B0004020202020204" pitchFamily="34" charset="0"/>
                <a:cs typeface="Arial" panose="020B0604020202020204" pitchFamily="34" charset="0"/>
              </a:rPr>
              <a:t>	- Tận dụng được hạ tầng </a:t>
            </a:r>
            <a:r>
              <a:rPr lang="vi-VN" b="1" kern="100" dirty="0" err="1">
                <a:solidFill>
                  <a:schemeClr val="bg1"/>
                </a:solidFill>
                <a:latin typeface="+mn-lt"/>
                <a:ea typeface="Aptos" panose="020B0004020202020204" pitchFamily="34" charset="0"/>
                <a:cs typeface="Arial" panose="020B0604020202020204" pitchFamily="34" charset="0"/>
              </a:rPr>
              <a:t>camera</a:t>
            </a:r>
            <a:r>
              <a:rPr lang="vi-VN" b="1" kern="100" dirty="0">
                <a:solidFill>
                  <a:schemeClr val="bg1"/>
                </a:solidFill>
                <a:latin typeface="+mn-lt"/>
                <a:ea typeface="Aptos" panose="020B0004020202020204" pitchFamily="34" charset="0"/>
                <a:cs typeface="Arial" panose="020B0604020202020204" pitchFamily="34" charset="0"/>
              </a:rPr>
              <a:t> sẵn có.</a:t>
            </a:r>
            <a:endParaRPr lang="vi-VN" sz="1200" b="1" kern="100" dirty="0">
              <a:solidFill>
                <a:schemeClr val="bg1"/>
              </a:solidFill>
              <a:effectLst/>
              <a:latin typeface="+mn-lt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57" name="Group 456">
            <a:extLst>
              <a:ext uri="{FF2B5EF4-FFF2-40B4-BE49-F238E27FC236}">
                <a16:creationId xmlns:a16="http://schemas.microsoft.com/office/drawing/2014/main" id="{69207CDD-8674-C50D-9FA9-92BD485D62B0}"/>
              </a:ext>
            </a:extLst>
          </p:cNvPr>
          <p:cNvGrpSpPr/>
          <p:nvPr/>
        </p:nvGrpSpPr>
        <p:grpSpPr>
          <a:xfrm>
            <a:off x="1142923" y="3746807"/>
            <a:ext cx="7061277" cy="1171451"/>
            <a:chOff x="367696" y="3663958"/>
            <a:chExt cx="6902254" cy="1024704"/>
          </a:xfrm>
        </p:grpSpPr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6D51D565-C1D7-0C16-7A1E-C889C0D59FA6}"/>
                </a:ext>
              </a:extLst>
            </p:cNvPr>
            <p:cNvSpPr/>
            <p:nvPr/>
          </p:nvSpPr>
          <p:spPr>
            <a:xfrm>
              <a:off x="391046" y="3670220"/>
              <a:ext cx="6878904" cy="939530"/>
            </a:xfrm>
            <a:prstGeom prst="rect">
              <a:avLst/>
            </a:prstGeom>
            <a:noFill/>
            <a:ln w="28575">
              <a:solidFill>
                <a:srgbClr val="FFCB4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endParaRPr lang="en-US">
                <a:ln>
                  <a:solidFill>
                    <a:srgbClr val="C00000"/>
                  </a:solidFill>
                </a:ln>
                <a:solidFill>
                  <a:srgbClr val="C00000"/>
                </a:solidFill>
              </a:endParaRP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BA01A10A-2BD8-1CC3-9BAB-7E816DF17B54}"/>
                </a:ext>
              </a:extLst>
            </p:cNvPr>
            <p:cNvSpPr txBox="1"/>
            <p:nvPr/>
          </p:nvSpPr>
          <p:spPr>
            <a:xfrm>
              <a:off x="367696" y="3663958"/>
              <a:ext cx="6609194" cy="102470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342900" indent="-342900" algn="just">
                <a:lnSpc>
                  <a:spcPct val="150000"/>
                </a:lnSpc>
                <a:spcAft>
                  <a:spcPts val="800"/>
                </a:spcAft>
                <a:buClr>
                  <a:srgbClr val="EF8600"/>
                </a:buClr>
                <a:buFont typeface="Wingdings" panose="05000000000000000000" pitchFamily="2" charset="2"/>
                <a:buChar char="Ø"/>
              </a:pPr>
              <a:r>
                <a:rPr lang="vi-VN" b="1" kern="100" dirty="0">
                  <a:solidFill>
                    <a:schemeClr val="bg1"/>
                  </a:solidFill>
                  <a:latin typeface="+mn-lt"/>
                  <a:ea typeface="Aptos" panose="020B0004020202020204" pitchFamily="34" charset="0"/>
                  <a:cs typeface="Arial" panose="020B0604020202020204" pitchFamily="34" charset="0"/>
                </a:rPr>
                <a:t>Đây là lý do em quyết định chọn đề tài: "</a:t>
              </a:r>
              <a:r>
                <a:rPr lang="vi-VN" b="1" dirty="0">
                  <a:solidFill>
                    <a:schemeClr val="bg1"/>
                  </a:solidFill>
                  <a:latin typeface="Montserrat" panose="00000500000000000000" pitchFamily="2" charset="-93"/>
                  <a:ea typeface="Times New Roman" panose="02020603050405020304" pitchFamily="18" charset="0"/>
                </a:rPr>
                <a:t>nghiên cứu hành vi chuyển động và bộ khung tư thế ứng dụng phát triển hệ thống cảnh báo té ngã</a:t>
              </a:r>
              <a:r>
                <a:rPr lang="vi-VN" b="1" kern="100" dirty="0">
                  <a:solidFill>
                    <a:schemeClr val="bg1"/>
                  </a:solidFill>
                  <a:latin typeface="+mn-lt"/>
                  <a:ea typeface="Aptos" panose="020B0004020202020204" pitchFamily="34" charset="0"/>
                  <a:cs typeface="Arial" panose="020B0604020202020204" pitchFamily="34" charset="0"/>
                </a:rPr>
                <a:t>"</a:t>
              </a:r>
            </a:p>
          </p:txBody>
        </p:sp>
      </p:grpSp>
      <p:pic>
        <p:nvPicPr>
          <p:cNvPr id="59" name="Picture 2" descr="HƯỚNG DẪN TÌM KIẾM SẢN PHẨM BẰNG HÌNH ẢNH">
            <a:extLst>
              <a:ext uri="{FF2B5EF4-FFF2-40B4-BE49-F238E27FC236}">
                <a16:creationId xmlns:a16="http://schemas.microsoft.com/office/drawing/2014/main" id="{28DF2946-54BA-C17C-CC88-8749B1EA48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450715" y="1825121"/>
            <a:ext cx="914401" cy="9656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0" name="Picture 6" descr="Giỏ hàng - Chi tiết nhỏ nhưng vai trò lớn">
            <a:extLst>
              <a:ext uri="{FF2B5EF4-FFF2-40B4-BE49-F238E27FC236}">
                <a16:creationId xmlns:a16="http://schemas.microsoft.com/office/drawing/2014/main" id="{B1B88B09-62C4-E396-54D2-3CCF9EEC33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64369" y="-3223267"/>
            <a:ext cx="914400" cy="11280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" name="Picture 8" descr="Quản lý đơn hàng: Khái niệm, quy trình và phần mềm tối ưu - GESO | GIẢI  PHÁP TĂNG TRƯỞNG TOÀN DIỆN">
            <a:extLst>
              <a:ext uri="{FF2B5EF4-FFF2-40B4-BE49-F238E27FC236}">
                <a16:creationId xmlns:a16="http://schemas.microsoft.com/office/drawing/2014/main" id="{AB8DCC65-A07C-7E3A-9295-A11DAD3F96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5947" y="-1252187"/>
            <a:ext cx="1032420" cy="8623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2" name="Picture 10" descr="Quản lý cửa hàng: Kỹ năng, quy trình và các công việc cần làm">
            <a:extLst>
              <a:ext uri="{FF2B5EF4-FFF2-40B4-BE49-F238E27FC236}">
                <a16:creationId xmlns:a16="http://schemas.microsoft.com/office/drawing/2014/main" id="{7F7C30A0-1673-9629-907E-AB4720FD01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9698001" y="-1874096"/>
            <a:ext cx="1163991" cy="7239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3" name="Picture 16" descr="Các quy định về điều phối hoạt động thống kê nhà nước được cụ thể hóa">
            <a:extLst>
              <a:ext uri="{FF2B5EF4-FFF2-40B4-BE49-F238E27FC236}">
                <a16:creationId xmlns:a16="http://schemas.microsoft.com/office/drawing/2014/main" id="{76C4CC1B-8B04-AD2E-2CEE-2136A36BA2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4799" y="-2545020"/>
            <a:ext cx="914401" cy="5873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48" name="Picture 447" descr="A computer with a computer and books&#10;&#10;AI-generated content may be incorrect.">
            <a:extLst>
              <a:ext uri="{FF2B5EF4-FFF2-40B4-BE49-F238E27FC236}">
                <a16:creationId xmlns:a16="http://schemas.microsoft.com/office/drawing/2014/main" id="{9B489009-89AB-A869-596C-8C441FC9BCF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592621" y="1233345"/>
            <a:ext cx="1204685" cy="862326"/>
          </a:xfrm>
          <a:prstGeom prst="rect">
            <a:avLst/>
          </a:prstGeom>
        </p:spPr>
      </p:pic>
      <p:pic>
        <p:nvPicPr>
          <p:cNvPr id="449" name="Picture 4" descr="Thanh toán (Payment) là gì? Đặc điểm và các hình thức">
            <a:extLst>
              <a:ext uri="{FF2B5EF4-FFF2-40B4-BE49-F238E27FC236}">
                <a16:creationId xmlns:a16="http://schemas.microsoft.com/office/drawing/2014/main" id="{283468A1-B9AE-4C02-3CF3-82A7CEDABE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92621" y="2635737"/>
            <a:ext cx="1682338" cy="8623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50" name="Picture 449" descr="A person sitting at a computer&#10;&#10;AI-generated content may be incorrect.">
            <a:extLst>
              <a:ext uri="{FF2B5EF4-FFF2-40B4-BE49-F238E27FC236}">
                <a16:creationId xmlns:a16="http://schemas.microsoft.com/office/drawing/2014/main" id="{AFF2D898-118B-6BC4-776C-73DD405C39F5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639462" y="5679826"/>
            <a:ext cx="1572615" cy="965640"/>
          </a:xfrm>
          <a:prstGeom prst="rect">
            <a:avLst/>
          </a:prstGeom>
        </p:spPr>
      </p:pic>
      <p:sp>
        <p:nvSpPr>
          <p:cNvPr id="451" name="Google Shape;178;p53">
            <a:extLst>
              <a:ext uri="{FF2B5EF4-FFF2-40B4-BE49-F238E27FC236}">
                <a16:creationId xmlns:a16="http://schemas.microsoft.com/office/drawing/2014/main" id="{B139DB46-E621-F2AA-2AC4-1CB0F981656C}"/>
              </a:ext>
            </a:extLst>
          </p:cNvPr>
          <p:cNvSpPr txBox="1"/>
          <p:nvPr/>
        </p:nvSpPr>
        <p:spPr>
          <a:xfrm>
            <a:off x="-3703397" y="570798"/>
            <a:ext cx="4478808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EF860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Mục đích của đề tài</a:t>
            </a:r>
            <a:endParaRPr sz="2400" b="0" i="0" u="none" strike="noStrike" cap="none" dirty="0">
              <a:solidFill>
                <a:srgbClr val="EF8600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452" name="Google Shape;194;p4">
            <a:extLst>
              <a:ext uri="{FF2B5EF4-FFF2-40B4-BE49-F238E27FC236}">
                <a16:creationId xmlns:a16="http://schemas.microsoft.com/office/drawing/2014/main" id="{FB46ED2F-B990-444B-7C61-42184D8E8D20}"/>
              </a:ext>
            </a:extLst>
          </p:cNvPr>
          <p:cNvSpPr txBox="1"/>
          <p:nvPr/>
        </p:nvSpPr>
        <p:spPr>
          <a:xfrm>
            <a:off x="-4430344" y="346622"/>
            <a:ext cx="749807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02</a:t>
            </a:r>
            <a:endParaRPr sz="2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3" name="Google Shape;195;p4">
            <a:extLst>
              <a:ext uri="{FF2B5EF4-FFF2-40B4-BE49-F238E27FC236}">
                <a16:creationId xmlns:a16="http://schemas.microsoft.com/office/drawing/2014/main" id="{A4E96EBE-88E6-E74A-8C7B-E3EDB2D6AEA1}"/>
              </a:ext>
            </a:extLst>
          </p:cNvPr>
          <p:cNvSpPr/>
          <p:nvPr/>
        </p:nvSpPr>
        <p:spPr>
          <a:xfrm>
            <a:off x="-4455274" y="471046"/>
            <a:ext cx="648000" cy="648000"/>
          </a:xfrm>
          <a:prstGeom prst="rect">
            <a:avLst/>
          </a:prstGeom>
          <a:noFill/>
          <a:ln w="9525" cap="flat" cmpd="sng">
            <a:solidFill>
              <a:srgbClr val="BA7C2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4" name="TextBox 453">
            <a:extLst>
              <a:ext uri="{FF2B5EF4-FFF2-40B4-BE49-F238E27FC236}">
                <a16:creationId xmlns:a16="http://schemas.microsoft.com/office/drawing/2014/main" id="{68A249E3-4C14-39D6-F909-F4BD64A5277D}"/>
              </a:ext>
            </a:extLst>
          </p:cNvPr>
          <p:cNvSpPr txBox="1"/>
          <p:nvPr/>
        </p:nvSpPr>
        <p:spPr>
          <a:xfrm>
            <a:off x="-6686296" y="1179398"/>
            <a:ext cx="5093411" cy="6987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lnSpc>
                <a:spcPct val="150000"/>
              </a:lnSpc>
              <a:spcAft>
                <a:spcPts val="800"/>
              </a:spcAft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q"/>
            </a:pPr>
            <a:r>
              <a:rPr lang="vi-VN" b="1" kern="100">
                <a:solidFill>
                  <a:schemeClr val="bg1"/>
                </a:solidFill>
                <a:latin typeface="+mn-lt"/>
                <a:ea typeface="Aptos" panose="020B0004020202020204" pitchFamily="34" charset="0"/>
                <a:cs typeface="Arial" panose="020B0604020202020204" pitchFamily="34" charset="0"/>
              </a:rPr>
              <a:t>Giám sát tự động: Sử dụng camera theo thời gian thực (Real-time).</a:t>
            </a:r>
            <a:endParaRPr lang="vi-VN" b="1" kern="100" dirty="0">
              <a:solidFill>
                <a:schemeClr val="bg1"/>
              </a:solidFill>
              <a:latin typeface="+mn-lt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55" name="TextBox 454">
            <a:extLst>
              <a:ext uri="{FF2B5EF4-FFF2-40B4-BE49-F238E27FC236}">
                <a16:creationId xmlns:a16="http://schemas.microsoft.com/office/drawing/2014/main" id="{532D25CE-41C1-1E01-4DCF-08ECEE718DE1}"/>
              </a:ext>
            </a:extLst>
          </p:cNvPr>
          <p:cNvSpPr txBox="1"/>
          <p:nvPr/>
        </p:nvSpPr>
        <p:spPr>
          <a:xfrm>
            <a:off x="-8225537" y="2263718"/>
            <a:ext cx="5093411" cy="6987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lnSpc>
                <a:spcPct val="150000"/>
              </a:lnSpc>
              <a:spcAft>
                <a:spcPts val="800"/>
              </a:spcAft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q"/>
            </a:pPr>
            <a:r>
              <a:rPr lang="vi-VN" b="1" kern="100" dirty="0">
                <a:solidFill>
                  <a:schemeClr val="bg1"/>
                </a:solidFill>
                <a:latin typeface="+mn-lt"/>
                <a:ea typeface="Aptos" panose="020B0004020202020204" pitchFamily="34" charset="0"/>
                <a:cs typeface="Arial" panose="020B0604020202020204" pitchFamily="34" charset="0"/>
              </a:rPr>
              <a:t>Phân loại chính xác: Nhận diện và phân biệt rõ hành vi "Té ngã" với "Sinh hoạt bình thường" (ADL).</a:t>
            </a:r>
          </a:p>
        </p:txBody>
      </p:sp>
      <p:sp>
        <p:nvSpPr>
          <p:cNvPr id="456" name="TextBox 455">
            <a:extLst>
              <a:ext uri="{FF2B5EF4-FFF2-40B4-BE49-F238E27FC236}">
                <a16:creationId xmlns:a16="http://schemas.microsoft.com/office/drawing/2014/main" id="{A547CDE1-97B0-C64D-73C9-36588F2E7A34}"/>
              </a:ext>
            </a:extLst>
          </p:cNvPr>
          <p:cNvSpPr txBox="1"/>
          <p:nvPr/>
        </p:nvSpPr>
        <p:spPr>
          <a:xfrm>
            <a:off x="-9993377" y="3415862"/>
            <a:ext cx="5093411" cy="6987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lnSpc>
                <a:spcPct val="150000"/>
              </a:lnSpc>
              <a:spcAft>
                <a:spcPts val="800"/>
              </a:spcAft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q"/>
            </a:pPr>
            <a:r>
              <a:rPr lang="vi-VN" b="1" kern="100" dirty="0">
                <a:solidFill>
                  <a:schemeClr val="bg1"/>
                </a:solidFill>
                <a:latin typeface="+mn-lt"/>
                <a:ea typeface="Aptos" panose="020B0004020202020204" pitchFamily="34" charset="0"/>
                <a:cs typeface="Arial" panose="020B0604020202020204" pitchFamily="34" charset="0"/>
              </a:rPr>
              <a:t>Cảnh báo tức thời: Tự động gửi tín hiệu khi xảy ra sự cố nhằm hỗ trợ công tác y tế kịp thời.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A45E869-F80F-CCAA-581A-D64723E54B29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956014" y="1233345"/>
            <a:ext cx="2902837" cy="193773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2" name="Google Shape;158;p1">
            <a:extLst>
              <a:ext uri="{FF2B5EF4-FFF2-40B4-BE49-F238E27FC236}">
                <a16:creationId xmlns:a16="http://schemas.microsoft.com/office/drawing/2014/main" id="{C6DE4CAA-AED3-EE32-C116-F3EE3A382CEB}"/>
              </a:ext>
            </a:extLst>
          </p:cNvPr>
          <p:cNvSpPr txBox="1"/>
          <p:nvPr/>
        </p:nvSpPr>
        <p:spPr>
          <a:xfrm>
            <a:off x="8569967" y="4504974"/>
            <a:ext cx="574034" cy="5043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just">
              <a:lnSpc>
                <a:spcPct val="150000"/>
              </a:lnSpc>
            </a:pPr>
            <a:r>
              <a:rPr lang="vi-VN" sz="2000" b="1" dirty="0">
                <a:solidFill>
                  <a:schemeClr val="bg1"/>
                </a:solidFill>
                <a:latin typeface="Montserrat" panose="00000500000000000000" pitchFamily="2" charset="-93"/>
                <a:sym typeface="Montserrat"/>
              </a:rPr>
              <a:t>02</a:t>
            </a:r>
            <a:endParaRPr sz="2000" b="1" dirty="0">
              <a:solidFill>
                <a:schemeClr val="bg1"/>
              </a:solidFill>
              <a:latin typeface="Montserrat" panose="00000500000000000000" pitchFamily="2" charset="-93"/>
              <a:sym typeface="Montserrat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4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178;p53">
            <a:extLst>
              <a:ext uri="{FF2B5EF4-FFF2-40B4-BE49-F238E27FC236}">
                <a16:creationId xmlns:a16="http://schemas.microsoft.com/office/drawing/2014/main" id="{9829C1F6-C383-5B31-88FF-5DCD8E1263FD}"/>
              </a:ext>
            </a:extLst>
          </p:cNvPr>
          <p:cNvSpPr txBox="1"/>
          <p:nvPr/>
        </p:nvSpPr>
        <p:spPr>
          <a:xfrm>
            <a:off x="1142923" y="418398"/>
            <a:ext cx="4478808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EF860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Mục đích của đề tài</a:t>
            </a:r>
            <a:endParaRPr sz="2400" b="0" i="0" u="none" strike="noStrike" cap="none" dirty="0">
              <a:solidFill>
                <a:srgbClr val="EF8600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7" name="Google Shape;194;p4">
            <a:extLst>
              <a:ext uri="{FF2B5EF4-FFF2-40B4-BE49-F238E27FC236}">
                <a16:creationId xmlns:a16="http://schemas.microsoft.com/office/drawing/2014/main" id="{D962EEC0-C136-EF5D-61A9-4BF3166C02C6}"/>
              </a:ext>
            </a:extLst>
          </p:cNvPr>
          <p:cNvSpPr txBox="1"/>
          <p:nvPr/>
        </p:nvSpPr>
        <p:spPr>
          <a:xfrm>
            <a:off x="415976" y="194222"/>
            <a:ext cx="749807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02</a:t>
            </a:r>
            <a:endParaRPr sz="2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195;p4">
            <a:extLst>
              <a:ext uri="{FF2B5EF4-FFF2-40B4-BE49-F238E27FC236}">
                <a16:creationId xmlns:a16="http://schemas.microsoft.com/office/drawing/2014/main" id="{C4F5C665-37D1-585A-FAB3-22B9E2FD6308}"/>
              </a:ext>
            </a:extLst>
          </p:cNvPr>
          <p:cNvSpPr/>
          <p:nvPr/>
        </p:nvSpPr>
        <p:spPr>
          <a:xfrm>
            <a:off x="391046" y="318646"/>
            <a:ext cx="648000" cy="648000"/>
          </a:xfrm>
          <a:prstGeom prst="rect">
            <a:avLst/>
          </a:prstGeom>
          <a:noFill/>
          <a:ln w="9525" cap="flat" cmpd="sng">
            <a:solidFill>
              <a:srgbClr val="BA7C2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" name="Picture 10" descr="Nhận diện thương hiệu Logo HaUI">
            <a:extLst>
              <a:ext uri="{FF2B5EF4-FFF2-40B4-BE49-F238E27FC236}">
                <a16:creationId xmlns:a16="http://schemas.microsoft.com/office/drawing/2014/main" id="{E4EBC80C-7A92-99BD-43DD-FEAF522D35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245" b="99657" l="343" r="99069">
                        <a14:foregroundMark x1="1415" y1="2252" x2="12206" y2="833"/>
                        <a14:foregroundMark x1="12206" y1="833" x2="83333" y2="1912"/>
                        <a14:foregroundMark x1="89020" y1="686" x2="88873" y2="19559"/>
                        <a14:foregroundMark x1="96324" y1="1667" x2="97108" y2="10588"/>
                        <a14:foregroundMark x1="98922" y1="95637" x2="93971" y2="97549"/>
                        <a14:foregroundMark x1="4118" y1="98529" x2="2843" y2="94657"/>
                        <a14:foregroundMark x1="1225" y1="89853" x2="7941" y2="88480"/>
                        <a14:foregroundMark x1="11814" y1="73333" x2="58578" y2="72059"/>
                        <a14:foregroundMark x1="58578" y1="72059" x2="79559" y2="73333"/>
                        <a14:foregroundMark x1="79559" y1="73333" x2="89804" y2="72892"/>
                        <a14:foregroundMark x1="89804" y1="72892" x2="90490" y2="72892"/>
                        <a14:foregroundMark x1="55784" y1="47549" x2="52206" y2="27304"/>
                        <a14:foregroundMark x1="45147" y1="21765" x2="43922" y2="11029"/>
                        <a14:foregroundMark x1="47108" y1="17892" x2="34412" y2="17108"/>
                        <a14:foregroundMark x1="77843" y1="92745" x2="89020" y2="91078"/>
                        <a14:foregroundMark x1="97549" y1="97990" x2="95490" y2="98529"/>
                        <a14:foregroundMark x1="91765" y1="99363" x2="86520" y2="99363"/>
                        <a14:foregroundMark x1="82108" y1="99363" x2="76176" y2="98284"/>
                        <a14:foregroundMark x1="75196" y1="99510" x2="66373" y2="99657"/>
                        <a14:foregroundMark x1="65686" y1="99657" x2="27402" y2="99216"/>
                        <a14:foregroundMark x1="26863" y1="98971" x2="5882" y2="99069"/>
                        <a14:foregroundMark x1="2843" y1="97990" x2="392" y2="93873"/>
                        <a14:foregroundMark x1="1324" y1="88480" x2="1324" y2="78284"/>
                        <a14:foregroundMark x1="931" y1="76765" x2="2598" y2="66765"/>
                        <a14:foregroundMark x1="2598" y1="66765" x2="1225" y2="61716"/>
                        <a14:foregroundMark x1="931" y1="67255" x2="931" y2="68333"/>
                        <a14:foregroundMark x1="931" y1="61471" x2="931" y2="54706"/>
                        <a14:foregroundMark x1="931" y1="49755" x2="637" y2="38186"/>
                        <a14:foregroundMark x1="1078" y1="35686" x2="637" y2="25931"/>
                        <a14:foregroundMark x1="931" y1="22745" x2="539" y2="9902"/>
                        <a14:foregroundMark x1="56324" y1="1373" x2="70686" y2="1373"/>
                        <a14:foregroundMark x1="74657" y1="1225" x2="85686" y2="1225"/>
                        <a14:foregroundMark x1="97010" y1="1814" x2="98382" y2="4951"/>
                        <a14:foregroundMark x1="98480" y1="6471" x2="99069" y2="14902"/>
                        <a14:foregroundMark x1="99069" y1="16667" x2="98922" y2="72353"/>
                        <a14:foregroundMark x1="98775" y1="74853" x2="99069" y2="91912"/>
                        <a14:backgroundMark x1="931" y1="98676" x2="98" y2="98529"/>
                        <a14:backgroundMark x1="1765" y1="1373" x2="539" y2="1373"/>
                        <a14:backgroundMark x1="99069" y1="980" x2="99069" y2="980"/>
                        <a14:backgroundMark x1="99069" y1="980" x2="99216" y2="980"/>
                        <a14:backgroundMark x1="98922" y1="98824" x2="99608" y2="9882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38174" y="23649"/>
            <a:ext cx="481995" cy="4568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361F8DE-0ABD-69DF-9098-FB7F6357DF42}"/>
              </a:ext>
            </a:extLst>
          </p:cNvPr>
          <p:cNvSpPr txBox="1"/>
          <p:nvPr/>
        </p:nvSpPr>
        <p:spPr>
          <a:xfrm>
            <a:off x="156463" y="1411124"/>
            <a:ext cx="5093411" cy="6987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lnSpc>
                <a:spcPct val="150000"/>
              </a:lnSpc>
              <a:spcAft>
                <a:spcPts val="800"/>
              </a:spcAft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q"/>
            </a:pPr>
            <a:r>
              <a:rPr lang="vi-VN" b="1" kern="100" dirty="0">
                <a:solidFill>
                  <a:schemeClr val="bg1"/>
                </a:solidFill>
                <a:latin typeface="+mn-lt"/>
                <a:ea typeface="Aptos" panose="020B0004020202020204" pitchFamily="34" charset="0"/>
                <a:cs typeface="Arial" panose="020B0604020202020204" pitchFamily="34" charset="0"/>
              </a:rPr>
              <a:t>Giám sát tự động: Sử dụng </a:t>
            </a:r>
            <a:r>
              <a:rPr lang="vi-VN" b="1" kern="100" dirty="0" err="1">
                <a:solidFill>
                  <a:schemeClr val="bg1"/>
                </a:solidFill>
                <a:latin typeface="+mn-lt"/>
                <a:ea typeface="Aptos" panose="020B0004020202020204" pitchFamily="34" charset="0"/>
                <a:cs typeface="Arial" panose="020B0604020202020204" pitchFamily="34" charset="0"/>
              </a:rPr>
              <a:t>camera</a:t>
            </a:r>
            <a:r>
              <a:rPr lang="vi-VN" b="1" kern="100" dirty="0">
                <a:solidFill>
                  <a:schemeClr val="bg1"/>
                </a:solidFill>
                <a:latin typeface="+mn-lt"/>
                <a:ea typeface="Aptos" panose="020B0004020202020204" pitchFamily="34" charset="0"/>
                <a:cs typeface="Arial" panose="020B0604020202020204" pitchFamily="34" charset="0"/>
              </a:rPr>
              <a:t> theo thời gian thực (</a:t>
            </a:r>
            <a:r>
              <a:rPr lang="vi-VN" b="1" kern="100" dirty="0" err="1">
                <a:solidFill>
                  <a:schemeClr val="bg1"/>
                </a:solidFill>
                <a:latin typeface="+mn-lt"/>
                <a:ea typeface="Aptos" panose="020B0004020202020204" pitchFamily="34" charset="0"/>
                <a:cs typeface="Arial" panose="020B0604020202020204" pitchFamily="34" charset="0"/>
              </a:rPr>
              <a:t>Real-time</a:t>
            </a:r>
            <a:r>
              <a:rPr lang="vi-VN" b="1" kern="100" dirty="0">
                <a:solidFill>
                  <a:schemeClr val="bg1"/>
                </a:solidFill>
                <a:latin typeface="+mn-lt"/>
                <a:ea typeface="Aptos" panose="020B0004020202020204" pitchFamily="34" charset="0"/>
                <a:cs typeface="Arial" panose="020B0604020202020204" pitchFamily="34" charset="0"/>
              </a:rPr>
              <a:t>).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C1D3796-5EA3-EE6E-D532-600AB8DA40F5}"/>
              </a:ext>
            </a:extLst>
          </p:cNvPr>
          <p:cNvSpPr txBox="1"/>
          <p:nvPr/>
        </p:nvSpPr>
        <p:spPr>
          <a:xfrm>
            <a:off x="156463" y="2263718"/>
            <a:ext cx="5093411" cy="6987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lnSpc>
                <a:spcPct val="150000"/>
              </a:lnSpc>
              <a:spcAft>
                <a:spcPts val="800"/>
              </a:spcAft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q"/>
            </a:pPr>
            <a:r>
              <a:rPr lang="vi-VN" b="1" kern="100" dirty="0">
                <a:solidFill>
                  <a:schemeClr val="bg1"/>
                </a:solidFill>
                <a:latin typeface="+mn-lt"/>
                <a:ea typeface="Aptos" panose="020B0004020202020204" pitchFamily="34" charset="0"/>
                <a:cs typeface="Arial" panose="020B0604020202020204" pitchFamily="34" charset="0"/>
              </a:rPr>
              <a:t>Phân loại chính xác: Nhận diện và phân biệt rõ hành vi "Té ngã" với "Sinh hoạt bình thường" (ADL).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8451526-12A8-CEB1-69E0-E38049F9303B}"/>
              </a:ext>
            </a:extLst>
          </p:cNvPr>
          <p:cNvSpPr txBox="1"/>
          <p:nvPr/>
        </p:nvSpPr>
        <p:spPr>
          <a:xfrm>
            <a:off x="156463" y="3161536"/>
            <a:ext cx="5093411" cy="6987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lnSpc>
                <a:spcPct val="150000"/>
              </a:lnSpc>
              <a:spcAft>
                <a:spcPts val="800"/>
              </a:spcAft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q"/>
            </a:pPr>
            <a:r>
              <a:rPr lang="vi-VN" b="1" kern="100" dirty="0">
                <a:solidFill>
                  <a:schemeClr val="bg1"/>
                </a:solidFill>
                <a:latin typeface="+mn-lt"/>
                <a:ea typeface="Aptos" panose="020B0004020202020204" pitchFamily="34" charset="0"/>
                <a:cs typeface="Arial" panose="020B0604020202020204" pitchFamily="34" charset="0"/>
              </a:rPr>
              <a:t>Cảnh báo tức thời: Tự động gửi tín hiệu khi xảy ra sự cố nhằm hỗ trợ công tác y tế kịp thời.</a:t>
            </a:r>
          </a:p>
        </p:txBody>
      </p:sp>
      <p:pic>
        <p:nvPicPr>
          <p:cNvPr id="4098" name="Picture 2" descr="HƯỚNG DẪN TÌM KIẾM SẢN PHẨM BẰNG HÌNH ẢNH">
            <a:extLst>
              <a:ext uri="{FF2B5EF4-FFF2-40B4-BE49-F238E27FC236}">
                <a16:creationId xmlns:a16="http://schemas.microsoft.com/office/drawing/2014/main" id="{2B86C92F-0734-74C5-599B-9ECEB9198F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1125" y="1825121"/>
            <a:ext cx="914401" cy="9656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Thanh toán (Payment) là gì? Đặc điểm và các hình thức">
            <a:extLst>
              <a:ext uri="{FF2B5EF4-FFF2-40B4-BE49-F238E27FC236}">
                <a16:creationId xmlns:a16="http://schemas.microsoft.com/office/drawing/2014/main" id="{26AFD5C4-2DB6-418A-EBFA-EC0F6EFF91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04755" y="2734484"/>
            <a:ext cx="1682338" cy="8623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 descr="Giỏ hàng - Chi tiết nhỏ nhưng vai trò lớn">
            <a:extLst>
              <a:ext uri="{FF2B5EF4-FFF2-40B4-BE49-F238E27FC236}">
                <a16:creationId xmlns:a16="http://schemas.microsoft.com/office/drawing/2014/main" id="{77EC311A-A95E-AE44-8F18-7217270379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7699" y="661639"/>
            <a:ext cx="914400" cy="11280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4" name="Picture 8" descr="Quản lý đơn hàng: Khái niệm, quy trình và phần mềm tối ưu - GESO | GIẢI  PHÁP TĂNG TRƯỞNG TOÀN DIỆN">
            <a:extLst>
              <a:ext uri="{FF2B5EF4-FFF2-40B4-BE49-F238E27FC236}">
                <a16:creationId xmlns:a16="http://schemas.microsoft.com/office/drawing/2014/main" id="{210ED127-563C-93EC-4822-CE9CA7E19B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02634" y="1832555"/>
            <a:ext cx="1032420" cy="8623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6" name="Picture 10" descr="Quản lý cửa hàng: Kỹ năng, quy trình và các công việc cần làm">
            <a:extLst>
              <a:ext uri="{FF2B5EF4-FFF2-40B4-BE49-F238E27FC236}">
                <a16:creationId xmlns:a16="http://schemas.microsoft.com/office/drawing/2014/main" id="{05F7A6ED-EE03-2B05-DEEF-A001B5B7CE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7796703" y="1069051"/>
            <a:ext cx="1163991" cy="7239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20" descr="A computer with a computer and books&#10;&#10;AI-generated content may be incorrect.">
            <a:extLst>
              <a:ext uri="{FF2B5EF4-FFF2-40B4-BE49-F238E27FC236}">
                <a16:creationId xmlns:a16="http://schemas.microsoft.com/office/drawing/2014/main" id="{523125FD-BEDD-09C7-C096-878681DF9EC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67950" y="1832555"/>
            <a:ext cx="1204685" cy="862326"/>
          </a:xfrm>
          <a:prstGeom prst="rect">
            <a:avLst/>
          </a:prstGeom>
        </p:spPr>
      </p:pic>
      <p:pic>
        <p:nvPicPr>
          <p:cNvPr id="4112" name="Picture 16" descr="Các quy định về điều phối hoạt động thống kê nhà nước được cụ thể hóa">
            <a:extLst>
              <a:ext uri="{FF2B5EF4-FFF2-40B4-BE49-F238E27FC236}">
                <a16:creationId xmlns:a16="http://schemas.microsoft.com/office/drawing/2014/main" id="{87E84E8E-E3C7-4B18-14C6-F1F95629DD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1978" y="1194265"/>
            <a:ext cx="914401" cy="5873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23" descr="A person sitting at a computer&#10;&#10;AI-generated content may be incorrect.">
            <a:extLst>
              <a:ext uri="{FF2B5EF4-FFF2-40B4-BE49-F238E27FC236}">
                <a16:creationId xmlns:a16="http://schemas.microsoft.com/office/drawing/2014/main" id="{5C160723-6A08-57AD-022D-D7E3ED6A3746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055005" y="2826581"/>
            <a:ext cx="1572615" cy="965640"/>
          </a:xfrm>
          <a:prstGeom prst="rect">
            <a:avLst/>
          </a:prstGeom>
        </p:spPr>
      </p:pic>
      <p:sp>
        <p:nvSpPr>
          <p:cNvPr id="25" name="Google Shape;178;p53">
            <a:extLst>
              <a:ext uri="{FF2B5EF4-FFF2-40B4-BE49-F238E27FC236}">
                <a16:creationId xmlns:a16="http://schemas.microsoft.com/office/drawing/2014/main" id="{054D3AC2-1E87-1D24-665D-F3953F617367}"/>
              </a:ext>
            </a:extLst>
          </p:cNvPr>
          <p:cNvSpPr txBox="1"/>
          <p:nvPr/>
        </p:nvSpPr>
        <p:spPr>
          <a:xfrm>
            <a:off x="1295323" y="-886290"/>
            <a:ext cx="4478808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rgbClr val="EF860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LÝ DO CHỌN ĐỀ TÀI</a:t>
            </a:r>
            <a:endParaRPr sz="2400" b="0" i="0" u="none" strike="noStrike" cap="none" dirty="0">
              <a:solidFill>
                <a:srgbClr val="EF8600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26" name="Google Shape;194;p4">
            <a:extLst>
              <a:ext uri="{FF2B5EF4-FFF2-40B4-BE49-F238E27FC236}">
                <a16:creationId xmlns:a16="http://schemas.microsoft.com/office/drawing/2014/main" id="{25E285A1-19FA-8AE0-3124-5CD5474EE20D}"/>
              </a:ext>
            </a:extLst>
          </p:cNvPr>
          <p:cNvSpPr txBox="1"/>
          <p:nvPr/>
        </p:nvSpPr>
        <p:spPr>
          <a:xfrm>
            <a:off x="568376" y="-1110466"/>
            <a:ext cx="749807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 dirty="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01</a:t>
            </a:r>
            <a:endParaRPr sz="2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195;p4">
            <a:extLst>
              <a:ext uri="{FF2B5EF4-FFF2-40B4-BE49-F238E27FC236}">
                <a16:creationId xmlns:a16="http://schemas.microsoft.com/office/drawing/2014/main" id="{1F212B70-6083-A66B-FC32-29EA39D702D7}"/>
              </a:ext>
            </a:extLst>
          </p:cNvPr>
          <p:cNvSpPr/>
          <p:nvPr/>
        </p:nvSpPr>
        <p:spPr>
          <a:xfrm>
            <a:off x="543446" y="-986042"/>
            <a:ext cx="648000" cy="648000"/>
          </a:xfrm>
          <a:prstGeom prst="rect">
            <a:avLst/>
          </a:prstGeom>
          <a:noFill/>
          <a:ln w="9525" cap="flat" cmpd="sng">
            <a:solidFill>
              <a:srgbClr val="BA7C2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178;p53">
            <a:extLst>
              <a:ext uri="{FF2B5EF4-FFF2-40B4-BE49-F238E27FC236}">
                <a16:creationId xmlns:a16="http://schemas.microsoft.com/office/drawing/2014/main" id="{691A62DF-C0DD-AA04-D4E4-672C2B8D2103}"/>
              </a:ext>
            </a:extLst>
          </p:cNvPr>
          <p:cNvSpPr txBox="1"/>
          <p:nvPr/>
        </p:nvSpPr>
        <p:spPr>
          <a:xfrm>
            <a:off x="-3703397" y="570798"/>
            <a:ext cx="4478808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EF860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Quy trình thực hiện</a:t>
            </a:r>
          </a:p>
        </p:txBody>
      </p:sp>
      <p:sp>
        <p:nvSpPr>
          <p:cNvPr id="29" name="Google Shape;194;p4">
            <a:extLst>
              <a:ext uri="{FF2B5EF4-FFF2-40B4-BE49-F238E27FC236}">
                <a16:creationId xmlns:a16="http://schemas.microsoft.com/office/drawing/2014/main" id="{B5CF7207-468F-4250-6646-AC7C5D189A30}"/>
              </a:ext>
            </a:extLst>
          </p:cNvPr>
          <p:cNvSpPr txBox="1"/>
          <p:nvPr/>
        </p:nvSpPr>
        <p:spPr>
          <a:xfrm>
            <a:off x="-4430344" y="346622"/>
            <a:ext cx="749807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0</a:t>
            </a:r>
            <a:r>
              <a:rPr lang="en-US" sz="28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3</a:t>
            </a:r>
            <a:endParaRPr sz="2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195;p4">
            <a:extLst>
              <a:ext uri="{FF2B5EF4-FFF2-40B4-BE49-F238E27FC236}">
                <a16:creationId xmlns:a16="http://schemas.microsoft.com/office/drawing/2014/main" id="{2D2C2033-C737-A2C6-F029-AE27E48D5D2C}"/>
              </a:ext>
            </a:extLst>
          </p:cNvPr>
          <p:cNvSpPr/>
          <p:nvPr/>
        </p:nvSpPr>
        <p:spPr>
          <a:xfrm>
            <a:off x="-4455274" y="471046"/>
            <a:ext cx="648000" cy="648000"/>
          </a:xfrm>
          <a:prstGeom prst="rect">
            <a:avLst/>
          </a:prstGeom>
          <a:noFill/>
          <a:ln w="9525" cap="flat" cmpd="sng">
            <a:solidFill>
              <a:srgbClr val="BA7C2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CC46EDC5-278F-2AEF-2A66-2EAE82E83164}"/>
              </a:ext>
            </a:extLst>
          </p:cNvPr>
          <p:cNvGrpSpPr/>
          <p:nvPr/>
        </p:nvGrpSpPr>
        <p:grpSpPr>
          <a:xfrm>
            <a:off x="-3250407" y="1528229"/>
            <a:ext cx="2340000" cy="2340000"/>
            <a:chOff x="407194" y="1528229"/>
            <a:chExt cx="2340000" cy="2340000"/>
          </a:xfrm>
        </p:grpSpPr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81462075-4E04-BDA3-69B7-ECE687F8CBFE}"/>
                </a:ext>
              </a:extLst>
            </p:cNvPr>
            <p:cNvGrpSpPr/>
            <p:nvPr/>
          </p:nvGrpSpPr>
          <p:grpSpPr>
            <a:xfrm>
              <a:off x="407194" y="1528229"/>
              <a:ext cx="2340000" cy="2340000"/>
              <a:chOff x="137678" y="2011521"/>
              <a:chExt cx="3434093" cy="3495328"/>
            </a:xfrm>
          </p:grpSpPr>
          <p:grpSp>
            <p:nvGrpSpPr>
              <p:cNvPr id="34" name="Group 33">
                <a:extLst>
                  <a:ext uri="{FF2B5EF4-FFF2-40B4-BE49-F238E27FC236}">
                    <a16:creationId xmlns:a16="http://schemas.microsoft.com/office/drawing/2014/main" id="{40E0BA7B-407E-79A3-0B26-6BA10E1FFBFD}"/>
                  </a:ext>
                </a:extLst>
              </p:cNvPr>
              <p:cNvGrpSpPr/>
              <p:nvPr/>
            </p:nvGrpSpPr>
            <p:grpSpPr>
              <a:xfrm>
                <a:off x="137678" y="2011521"/>
                <a:ext cx="3434093" cy="3495328"/>
                <a:chOff x="854529" y="1084930"/>
                <a:chExt cx="4501243" cy="4501243"/>
              </a:xfrm>
            </p:grpSpPr>
            <p:sp>
              <p:nvSpPr>
                <p:cNvPr id="53" name="Oval 52">
                  <a:extLst>
                    <a:ext uri="{FF2B5EF4-FFF2-40B4-BE49-F238E27FC236}">
                      <a16:creationId xmlns:a16="http://schemas.microsoft.com/office/drawing/2014/main" id="{31C22A9B-AB6D-A0CB-09F9-FDA7ED8BFBE9}"/>
                    </a:ext>
                  </a:extLst>
                </p:cNvPr>
                <p:cNvSpPr/>
                <p:nvPr/>
              </p:nvSpPr>
              <p:spPr>
                <a:xfrm>
                  <a:off x="854529" y="1084930"/>
                  <a:ext cx="4501241" cy="4501243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sz="200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54" name="Freeform 88">
                  <a:extLst>
                    <a:ext uri="{FF2B5EF4-FFF2-40B4-BE49-F238E27FC236}">
                      <a16:creationId xmlns:a16="http://schemas.microsoft.com/office/drawing/2014/main" id="{9C79F81B-DB00-762E-EB7D-24AEA1215B15}"/>
                    </a:ext>
                  </a:extLst>
                </p:cNvPr>
                <p:cNvSpPr/>
                <p:nvPr/>
              </p:nvSpPr>
              <p:spPr>
                <a:xfrm>
                  <a:off x="3806441" y="1298639"/>
                  <a:ext cx="1045698" cy="993395"/>
                </a:xfrm>
                <a:custGeom>
                  <a:avLst/>
                  <a:gdLst>
                    <a:gd name="connsiteX0" fmla="*/ 292763 w 1218550"/>
                    <a:gd name="connsiteY0" fmla="*/ 0 h 1157601"/>
                    <a:gd name="connsiteX1" fmla="*/ 432894 w 1218550"/>
                    <a:gd name="connsiteY1" fmla="*/ 67505 h 1157601"/>
                    <a:gd name="connsiteX2" fmla="*/ 1206546 w 1218550"/>
                    <a:gd name="connsiteY2" fmla="*/ 705365 h 1157601"/>
                    <a:gd name="connsiteX3" fmla="*/ 1218550 w 1218550"/>
                    <a:gd name="connsiteY3" fmla="*/ 721417 h 1157601"/>
                    <a:gd name="connsiteX4" fmla="*/ 679908 w 1218550"/>
                    <a:gd name="connsiteY4" fmla="*/ 1157601 h 1157601"/>
                    <a:gd name="connsiteX5" fmla="*/ 671529 w 1218550"/>
                    <a:gd name="connsiteY5" fmla="*/ 1146396 h 1157601"/>
                    <a:gd name="connsiteX6" fmla="*/ 102406 w 1218550"/>
                    <a:gd name="connsiteY6" fmla="*/ 677165 h 1157601"/>
                    <a:gd name="connsiteX7" fmla="*/ 0 w 1218550"/>
                    <a:gd name="connsiteY7" fmla="*/ 627833 h 1157601"/>
                    <a:gd name="connsiteX8" fmla="*/ 292763 w 1218550"/>
                    <a:gd name="connsiteY8" fmla="*/ 0 h 115760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218550" h="1157601">
                      <a:moveTo>
                        <a:pt x="292763" y="0"/>
                      </a:moveTo>
                      <a:lnTo>
                        <a:pt x="432894" y="67505"/>
                      </a:lnTo>
                      <a:cubicBezTo>
                        <a:pt x="730184" y="229002"/>
                        <a:pt x="992755" y="446309"/>
                        <a:pt x="1206546" y="705365"/>
                      </a:cubicBezTo>
                      <a:lnTo>
                        <a:pt x="1218550" y="721417"/>
                      </a:lnTo>
                      <a:lnTo>
                        <a:pt x="679908" y="1157601"/>
                      </a:lnTo>
                      <a:lnTo>
                        <a:pt x="671529" y="1146396"/>
                      </a:lnTo>
                      <a:cubicBezTo>
                        <a:pt x="514257" y="955826"/>
                        <a:pt x="321101" y="795968"/>
                        <a:pt x="102406" y="677165"/>
                      </a:cubicBezTo>
                      <a:lnTo>
                        <a:pt x="0" y="627833"/>
                      </a:lnTo>
                      <a:lnTo>
                        <a:pt x="292763" y="0"/>
                      </a:lnTo>
                      <a:close/>
                    </a:path>
                  </a:pathLst>
                </a:custGeom>
                <a:solidFill>
                  <a:srgbClr val="EC8101"/>
                </a:solidFill>
                <a:ln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IN" sz="200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55" name="Freeform 82">
                  <a:extLst>
                    <a:ext uri="{FF2B5EF4-FFF2-40B4-BE49-F238E27FC236}">
                      <a16:creationId xmlns:a16="http://schemas.microsoft.com/office/drawing/2014/main" id="{7552BD00-3BC8-CB3E-300C-8CCBF1C430D4}"/>
                    </a:ext>
                  </a:extLst>
                </p:cNvPr>
                <p:cNvSpPr/>
                <p:nvPr/>
              </p:nvSpPr>
              <p:spPr>
                <a:xfrm>
                  <a:off x="4392833" y="1921641"/>
                  <a:ext cx="903142" cy="1039363"/>
                </a:xfrm>
                <a:custGeom>
                  <a:avLst/>
                  <a:gdLst>
                    <a:gd name="connsiteX0" fmla="*/ 538642 w 1052430"/>
                    <a:gd name="connsiteY0" fmla="*/ 0 h 1211168"/>
                    <a:gd name="connsiteX1" fmla="*/ 674202 w 1052430"/>
                    <a:gd name="connsiteY1" fmla="*/ 181282 h 1211168"/>
                    <a:gd name="connsiteX2" fmla="*/ 1004200 w 1052430"/>
                    <a:gd name="connsiteY2" fmla="*/ 867734 h 1211168"/>
                    <a:gd name="connsiteX3" fmla="*/ 1052430 w 1052430"/>
                    <a:gd name="connsiteY3" fmla="*/ 1055306 h 1211168"/>
                    <a:gd name="connsiteX4" fmla="*/ 377320 w 1052430"/>
                    <a:gd name="connsiteY4" fmla="*/ 1211168 h 1211168"/>
                    <a:gd name="connsiteX5" fmla="*/ 342028 w 1052430"/>
                    <a:gd name="connsiteY5" fmla="*/ 1073913 h 1211168"/>
                    <a:gd name="connsiteX6" fmla="*/ 99272 w 1052430"/>
                    <a:gd name="connsiteY6" fmla="*/ 568937 h 1211168"/>
                    <a:gd name="connsiteX7" fmla="*/ 0 w 1052430"/>
                    <a:gd name="connsiteY7" fmla="*/ 436183 h 1211168"/>
                    <a:gd name="connsiteX8" fmla="*/ 538642 w 1052430"/>
                    <a:gd name="connsiteY8" fmla="*/ 0 h 12111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052430" h="1211168">
                      <a:moveTo>
                        <a:pt x="538642" y="0"/>
                      </a:moveTo>
                      <a:lnTo>
                        <a:pt x="674202" y="181282"/>
                      </a:lnTo>
                      <a:cubicBezTo>
                        <a:pt x="815595" y="390571"/>
                        <a:pt x="927572" y="621365"/>
                        <a:pt x="1004200" y="867734"/>
                      </a:cubicBezTo>
                      <a:lnTo>
                        <a:pt x="1052430" y="1055306"/>
                      </a:lnTo>
                      <a:lnTo>
                        <a:pt x="377320" y="1211168"/>
                      </a:lnTo>
                      <a:lnTo>
                        <a:pt x="342028" y="1073913"/>
                      </a:lnTo>
                      <a:cubicBezTo>
                        <a:pt x="285658" y="892676"/>
                        <a:pt x="203285" y="722896"/>
                        <a:pt x="99272" y="568937"/>
                      </a:cubicBezTo>
                      <a:lnTo>
                        <a:pt x="0" y="436183"/>
                      </a:lnTo>
                      <a:lnTo>
                        <a:pt x="538642" y="0"/>
                      </a:lnTo>
                      <a:close/>
                    </a:path>
                  </a:pathLst>
                </a:custGeom>
                <a:solidFill>
                  <a:srgbClr val="D30009"/>
                </a:solidFill>
                <a:ln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IN" sz="200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56" name="Freeform 76">
                  <a:extLst>
                    <a:ext uri="{FF2B5EF4-FFF2-40B4-BE49-F238E27FC236}">
                      <a16:creationId xmlns:a16="http://schemas.microsoft.com/office/drawing/2014/main" id="{E056FB63-411D-EC06-38C3-2A323030E142}"/>
                    </a:ext>
                  </a:extLst>
                </p:cNvPr>
                <p:cNvSpPr/>
                <p:nvPr/>
              </p:nvSpPr>
              <p:spPr>
                <a:xfrm>
                  <a:off x="4717850" y="2831987"/>
                  <a:ext cx="637922" cy="969079"/>
                </a:xfrm>
                <a:custGeom>
                  <a:avLst/>
                  <a:gdLst>
                    <a:gd name="connsiteX0" fmla="*/ 675110 w 743370"/>
                    <a:gd name="connsiteY0" fmla="*/ 0 h 1129265"/>
                    <a:gd name="connsiteX1" fmla="*/ 690087 w 743370"/>
                    <a:gd name="connsiteY1" fmla="*/ 58249 h 1129265"/>
                    <a:gd name="connsiteX2" fmla="*/ 743370 w 743370"/>
                    <a:gd name="connsiteY2" fmla="*/ 586803 h 1129265"/>
                    <a:gd name="connsiteX3" fmla="*/ 690087 w 743370"/>
                    <a:gd name="connsiteY3" fmla="*/ 1115357 h 1129265"/>
                    <a:gd name="connsiteX4" fmla="*/ 686511 w 743370"/>
                    <a:gd name="connsiteY4" fmla="*/ 1129265 h 1129265"/>
                    <a:gd name="connsiteX5" fmla="*/ 8387 w 743370"/>
                    <a:gd name="connsiteY5" fmla="*/ 985126 h 1129265"/>
                    <a:gd name="connsiteX6" fmla="*/ 10830 w 743370"/>
                    <a:gd name="connsiteY6" fmla="*/ 975625 h 1129265"/>
                    <a:gd name="connsiteX7" fmla="*/ 50027 w 743370"/>
                    <a:gd name="connsiteY7" fmla="*/ 586803 h 1129265"/>
                    <a:gd name="connsiteX8" fmla="*/ 10830 w 743370"/>
                    <a:gd name="connsiteY8" fmla="*/ 197981 h 1129265"/>
                    <a:gd name="connsiteX9" fmla="*/ 0 w 743370"/>
                    <a:gd name="connsiteY9" fmla="*/ 155862 h 1129265"/>
                    <a:gd name="connsiteX10" fmla="*/ 675110 w 743370"/>
                    <a:gd name="connsiteY10" fmla="*/ 0 h 112926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743370" h="1129265">
                      <a:moveTo>
                        <a:pt x="675110" y="0"/>
                      </a:moveTo>
                      <a:lnTo>
                        <a:pt x="690087" y="58249"/>
                      </a:lnTo>
                      <a:cubicBezTo>
                        <a:pt x="725023" y="228977"/>
                        <a:pt x="743370" y="405747"/>
                        <a:pt x="743370" y="586803"/>
                      </a:cubicBezTo>
                      <a:cubicBezTo>
                        <a:pt x="743370" y="767859"/>
                        <a:pt x="725023" y="944630"/>
                        <a:pt x="690087" y="1115357"/>
                      </a:cubicBezTo>
                      <a:lnTo>
                        <a:pt x="686511" y="1129265"/>
                      </a:lnTo>
                      <a:lnTo>
                        <a:pt x="8387" y="985126"/>
                      </a:lnTo>
                      <a:lnTo>
                        <a:pt x="10830" y="975625"/>
                      </a:lnTo>
                      <a:cubicBezTo>
                        <a:pt x="36531" y="850032"/>
                        <a:pt x="50027" y="719994"/>
                        <a:pt x="50027" y="586803"/>
                      </a:cubicBezTo>
                      <a:cubicBezTo>
                        <a:pt x="50027" y="453613"/>
                        <a:pt x="36531" y="323574"/>
                        <a:pt x="10830" y="197981"/>
                      </a:cubicBezTo>
                      <a:lnTo>
                        <a:pt x="0" y="155862"/>
                      </a:lnTo>
                      <a:lnTo>
                        <a:pt x="675110" y="0"/>
                      </a:lnTo>
                      <a:close/>
                    </a:path>
                  </a:pathLst>
                </a:custGeom>
                <a:solidFill>
                  <a:srgbClr val="22445F"/>
                </a:solidFill>
                <a:ln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IN" sz="200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57" name="Freeform 30">
                  <a:extLst>
                    <a:ext uri="{FF2B5EF4-FFF2-40B4-BE49-F238E27FC236}">
                      <a16:creationId xmlns:a16="http://schemas.microsoft.com/office/drawing/2014/main" id="{0CAB07EB-482E-0D66-DF12-2984CF44F5F9}"/>
                    </a:ext>
                  </a:extLst>
                </p:cNvPr>
                <p:cNvSpPr/>
                <p:nvPr/>
              </p:nvSpPr>
              <p:spPr>
                <a:xfrm>
                  <a:off x="4410136" y="3682111"/>
                  <a:ext cx="895625" cy="1035899"/>
                </a:xfrm>
                <a:custGeom>
                  <a:avLst/>
                  <a:gdLst>
                    <a:gd name="connsiteX0" fmla="*/ 365545 w 1043669"/>
                    <a:gd name="connsiteY0" fmla="*/ 0 h 1207132"/>
                    <a:gd name="connsiteX1" fmla="*/ 1043669 w 1043669"/>
                    <a:gd name="connsiteY1" fmla="*/ 144139 h 1207132"/>
                    <a:gd name="connsiteX2" fmla="*/ 984039 w 1043669"/>
                    <a:gd name="connsiteY2" fmla="*/ 376048 h 1207132"/>
                    <a:gd name="connsiteX3" fmla="*/ 654041 w 1043669"/>
                    <a:gd name="connsiteY3" fmla="*/ 1062500 h 1207132"/>
                    <a:gd name="connsiteX4" fmla="*/ 545888 w 1043669"/>
                    <a:gd name="connsiteY4" fmla="*/ 1207132 h 1207132"/>
                    <a:gd name="connsiteX5" fmla="*/ 0 w 1043669"/>
                    <a:gd name="connsiteY5" fmla="*/ 780638 h 1207132"/>
                    <a:gd name="connsiteX6" fmla="*/ 79111 w 1043669"/>
                    <a:gd name="connsiteY6" fmla="*/ 674845 h 1207132"/>
                    <a:gd name="connsiteX7" fmla="*/ 321867 w 1043669"/>
                    <a:gd name="connsiteY7" fmla="*/ 169869 h 1207132"/>
                    <a:gd name="connsiteX8" fmla="*/ 365545 w 1043669"/>
                    <a:gd name="connsiteY8" fmla="*/ 0 h 120713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043669" h="1207132">
                      <a:moveTo>
                        <a:pt x="365545" y="0"/>
                      </a:moveTo>
                      <a:lnTo>
                        <a:pt x="1043669" y="144139"/>
                      </a:lnTo>
                      <a:lnTo>
                        <a:pt x="984039" y="376048"/>
                      </a:lnTo>
                      <a:cubicBezTo>
                        <a:pt x="907411" y="622417"/>
                        <a:pt x="795434" y="853212"/>
                        <a:pt x="654041" y="1062500"/>
                      </a:cubicBezTo>
                      <a:lnTo>
                        <a:pt x="545888" y="1207132"/>
                      </a:lnTo>
                      <a:lnTo>
                        <a:pt x="0" y="780638"/>
                      </a:lnTo>
                      <a:lnTo>
                        <a:pt x="79111" y="674845"/>
                      </a:lnTo>
                      <a:cubicBezTo>
                        <a:pt x="183124" y="520886"/>
                        <a:pt x="265497" y="351106"/>
                        <a:pt x="321867" y="169869"/>
                      </a:cubicBezTo>
                      <a:lnTo>
                        <a:pt x="365545" y="0"/>
                      </a:lnTo>
                      <a:close/>
                    </a:path>
                  </a:pathLst>
                </a:custGeom>
                <a:solidFill>
                  <a:srgbClr val="EC8101"/>
                </a:solidFill>
                <a:ln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IN" sz="200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58" name="Freeform 26">
                  <a:extLst>
                    <a:ext uri="{FF2B5EF4-FFF2-40B4-BE49-F238E27FC236}">
                      <a16:creationId xmlns:a16="http://schemas.microsoft.com/office/drawing/2014/main" id="{EBB80AAE-E08E-ACBC-FE67-5E541DA05221}"/>
                    </a:ext>
                  </a:extLst>
                </p:cNvPr>
                <p:cNvSpPr/>
                <p:nvPr/>
              </p:nvSpPr>
              <p:spPr>
                <a:xfrm>
                  <a:off x="3832450" y="4355932"/>
                  <a:ext cx="1043209" cy="999500"/>
                </a:xfrm>
                <a:custGeom>
                  <a:avLst/>
                  <a:gdLst>
                    <a:gd name="connsiteX0" fmla="*/ 669763 w 1215650"/>
                    <a:gd name="connsiteY0" fmla="*/ 0 h 1164716"/>
                    <a:gd name="connsiteX1" fmla="*/ 1215650 w 1215650"/>
                    <a:gd name="connsiteY1" fmla="*/ 426494 h 1164716"/>
                    <a:gd name="connsiteX2" fmla="*/ 1176238 w 1215650"/>
                    <a:gd name="connsiteY2" fmla="*/ 479198 h 1164716"/>
                    <a:gd name="connsiteX3" fmla="*/ 402586 w 1215650"/>
                    <a:gd name="connsiteY3" fmla="*/ 1117058 h 1164716"/>
                    <a:gd name="connsiteX4" fmla="*/ 303656 w 1215650"/>
                    <a:gd name="connsiteY4" fmla="*/ 1164716 h 1164716"/>
                    <a:gd name="connsiteX5" fmla="*/ 0 w 1215650"/>
                    <a:gd name="connsiteY5" fmla="*/ 542130 h 1164716"/>
                    <a:gd name="connsiteX6" fmla="*/ 72098 w 1215650"/>
                    <a:gd name="connsiteY6" fmla="*/ 507398 h 1164716"/>
                    <a:gd name="connsiteX7" fmla="*/ 641221 w 1215650"/>
                    <a:gd name="connsiteY7" fmla="*/ 38167 h 1164716"/>
                    <a:gd name="connsiteX8" fmla="*/ 669763 w 1215650"/>
                    <a:gd name="connsiteY8" fmla="*/ 0 h 11647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215650" h="1164716">
                      <a:moveTo>
                        <a:pt x="669763" y="0"/>
                      </a:moveTo>
                      <a:lnTo>
                        <a:pt x="1215650" y="426494"/>
                      </a:lnTo>
                      <a:lnTo>
                        <a:pt x="1176238" y="479198"/>
                      </a:lnTo>
                      <a:cubicBezTo>
                        <a:pt x="962447" y="738254"/>
                        <a:pt x="699876" y="955561"/>
                        <a:pt x="402586" y="1117058"/>
                      </a:cubicBezTo>
                      <a:lnTo>
                        <a:pt x="303656" y="1164716"/>
                      </a:lnTo>
                      <a:lnTo>
                        <a:pt x="0" y="542130"/>
                      </a:lnTo>
                      <a:lnTo>
                        <a:pt x="72098" y="507398"/>
                      </a:lnTo>
                      <a:cubicBezTo>
                        <a:pt x="290793" y="388595"/>
                        <a:pt x="483949" y="228737"/>
                        <a:pt x="641221" y="38167"/>
                      </a:cubicBezTo>
                      <a:lnTo>
                        <a:pt x="669763" y="0"/>
                      </a:lnTo>
                      <a:close/>
                    </a:path>
                  </a:pathLst>
                </a:custGeom>
                <a:solidFill>
                  <a:srgbClr val="D30009"/>
                </a:solidFill>
                <a:ln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IN" sz="200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59" name="Oval 58">
                  <a:extLst>
                    <a:ext uri="{FF2B5EF4-FFF2-40B4-BE49-F238E27FC236}">
                      <a16:creationId xmlns:a16="http://schemas.microsoft.com/office/drawing/2014/main" id="{71594ED7-0EE2-F39D-42EE-E10F5A6ED560}"/>
                    </a:ext>
                  </a:extLst>
                </p:cNvPr>
                <p:cNvSpPr/>
                <p:nvPr/>
              </p:nvSpPr>
              <p:spPr>
                <a:xfrm>
                  <a:off x="1449521" y="1679922"/>
                  <a:ext cx="3311258" cy="3311258"/>
                </a:xfrm>
                <a:prstGeom prst="ellipse">
                  <a:avLst/>
                </a:prstGeom>
                <a:solidFill>
                  <a:srgbClr val="FFFFF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sz="200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A176F416-7308-9638-2E39-9DC145BB5DBB}"/>
                  </a:ext>
                </a:extLst>
              </p:cNvPr>
              <p:cNvGrpSpPr/>
              <p:nvPr/>
            </p:nvGrpSpPr>
            <p:grpSpPr>
              <a:xfrm>
                <a:off x="2029666" y="2125075"/>
                <a:ext cx="1450271" cy="3068292"/>
                <a:chOff x="2029665" y="2125075"/>
                <a:chExt cx="1450272" cy="3068292"/>
              </a:xfrm>
            </p:grpSpPr>
            <p:sp>
              <p:nvSpPr>
                <p:cNvPr id="36" name="Freeform 122">
                  <a:extLst>
                    <a:ext uri="{FF2B5EF4-FFF2-40B4-BE49-F238E27FC236}">
                      <a16:creationId xmlns:a16="http://schemas.microsoft.com/office/drawing/2014/main" id="{3936EE34-274F-C82C-4F7C-5EF218055EC1}"/>
                    </a:ext>
                  </a:extLst>
                </p:cNvPr>
                <p:cNvSpPr/>
                <p:nvPr/>
              </p:nvSpPr>
              <p:spPr>
                <a:xfrm>
                  <a:off x="2029665" y="2125075"/>
                  <a:ext cx="310480" cy="310480"/>
                </a:xfrm>
                <a:custGeom>
                  <a:avLst/>
                  <a:gdLst>
                    <a:gd name="connsiteX0" fmla="*/ 1299845 w 2782570"/>
                    <a:gd name="connsiteY0" fmla="*/ 423680 h 2782570"/>
                    <a:gd name="connsiteX1" fmla="*/ 1291881 w 2782570"/>
                    <a:gd name="connsiteY1" fmla="*/ 424082 h 2782570"/>
                    <a:gd name="connsiteX2" fmla="*/ 424081 w 2782570"/>
                    <a:gd name="connsiteY2" fmla="*/ 1291881 h 2782570"/>
                    <a:gd name="connsiteX3" fmla="*/ 423679 w 2782570"/>
                    <a:gd name="connsiteY3" fmla="*/ 1299845 h 2782570"/>
                    <a:gd name="connsiteX4" fmla="*/ 472439 w 2782570"/>
                    <a:gd name="connsiteY4" fmla="*/ 1299845 h 2782570"/>
                    <a:gd name="connsiteX5" fmla="*/ 502920 w 2782570"/>
                    <a:gd name="connsiteY5" fmla="*/ 1330326 h 2782570"/>
                    <a:gd name="connsiteX6" fmla="*/ 502920 w 2782570"/>
                    <a:gd name="connsiteY6" fmla="*/ 1452244 h 2782570"/>
                    <a:gd name="connsiteX7" fmla="*/ 472439 w 2782570"/>
                    <a:gd name="connsiteY7" fmla="*/ 1482725 h 2782570"/>
                    <a:gd name="connsiteX8" fmla="*/ 423679 w 2782570"/>
                    <a:gd name="connsiteY8" fmla="*/ 1482725 h 2782570"/>
                    <a:gd name="connsiteX9" fmla="*/ 424081 w 2782570"/>
                    <a:gd name="connsiteY9" fmla="*/ 1490689 h 2782570"/>
                    <a:gd name="connsiteX10" fmla="*/ 1291881 w 2782570"/>
                    <a:gd name="connsiteY10" fmla="*/ 2358489 h 2782570"/>
                    <a:gd name="connsiteX11" fmla="*/ 1299845 w 2782570"/>
                    <a:gd name="connsiteY11" fmla="*/ 2358891 h 2782570"/>
                    <a:gd name="connsiteX12" fmla="*/ 1299845 w 2782570"/>
                    <a:gd name="connsiteY12" fmla="*/ 2310131 h 2782570"/>
                    <a:gd name="connsiteX13" fmla="*/ 1330326 w 2782570"/>
                    <a:gd name="connsiteY13" fmla="*/ 2279650 h 2782570"/>
                    <a:gd name="connsiteX14" fmla="*/ 1452244 w 2782570"/>
                    <a:gd name="connsiteY14" fmla="*/ 2279650 h 2782570"/>
                    <a:gd name="connsiteX15" fmla="*/ 1482725 w 2782570"/>
                    <a:gd name="connsiteY15" fmla="*/ 2310131 h 2782570"/>
                    <a:gd name="connsiteX16" fmla="*/ 1482725 w 2782570"/>
                    <a:gd name="connsiteY16" fmla="*/ 2358891 h 2782570"/>
                    <a:gd name="connsiteX17" fmla="*/ 1490689 w 2782570"/>
                    <a:gd name="connsiteY17" fmla="*/ 2358489 h 2782570"/>
                    <a:gd name="connsiteX18" fmla="*/ 2358489 w 2782570"/>
                    <a:gd name="connsiteY18" fmla="*/ 1490689 h 2782570"/>
                    <a:gd name="connsiteX19" fmla="*/ 2358891 w 2782570"/>
                    <a:gd name="connsiteY19" fmla="*/ 1482725 h 2782570"/>
                    <a:gd name="connsiteX20" fmla="*/ 2310131 w 2782570"/>
                    <a:gd name="connsiteY20" fmla="*/ 1482725 h 2782570"/>
                    <a:gd name="connsiteX21" fmla="*/ 2279650 w 2782570"/>
                    <a:gd name="connsiteY21" fmla="*/ 1452244 h 2782570"/>
                    <a:gd name="connsiteX22" fmla="*/ 2279650 w 2782570"/>
                    <a:gd name="connsiteY22" fmla="*/ 1330326 h 2782570"/>
                    <a:gd name="connsiteX23" fmla="*/ 2310131 w 2782570"/>
                    <a:gd name="connsiteY23" fmla="*/ 1299845 h 2782570"/>
                    <a:gd name="connsiteX24" fmla="*/ 2358891 w 2782570"/>
                    <a:gd name="connsiteY24" fmla="*/ 1299845 h 2782570"/>
                    <a:gd name="connsiteX25" fmla="*/ 2358489 w 2782570"/>
                    <a:gd name="connsiteY25" fmla="*/ 1291881 h 2782570"/>
                    <a:gd name="connsiteX26" fmla="*/ 1490689 w 2782570"/>
                    <a:gd name="connsiteY26" fmla="*/ 424082 h 2782570"/>
                    <a:gd name="connsiteX27" fmla="*/ 1482725 w 2782570"/>
                    <a:gd name="connsiteY27" fmla="*/ 423680 h 2782570"/>
                    <a:gd name="connsiteX28" fmla="*/ 1482725 w 2782570"/>
                    <a:gd name="connsiteY28" fmla="*/ 472439 h 2782570"/>
                    <a:gd name="connsiteX29" fmla="*/ 1452244 w 2782570"/>
                    <a:gd name="connsiteY29" fmla="*/ 502920 h 2782570"/>
                    <a:gd name="connsiteX30" fmla="*/ 1330326 w 2782570"/>
                    <a:gd name="connsiteY30" fmla="*/ 502920 h 2782570"/>
                    <a:gd name="connsiteX31" fmla="*/ 1299845 w 2782570"/>
                    <a:gd name="connsiteY31" fmla="*/ 472439 h 2782570"/>
                    <a:gd name="connsiteX32" fmla="*/ 1330326 w 2782570"/>
                    <a:gd name="connsiteY32" fmla="*/ 0 h 2782570"/>
                    <a:gd name="connsiteX33" fmla="*/ 1452244 w 2782570"/>
                    <a:gd name="connsiteY33" fmla="*/ 0 h 2782570"/>
                    <a:gd name="connsiteX34" fmla="*/ 1482725 w 2782570"/>
                    <a:gd name="connsiteY34" fmla="*/ 30481 h 2782570"/>
                    <a:gd name="connsiteX35" fmla="*/ 1482725 w 2782570"/>
                    <a:gd name="connsiteY35" fmla="*/ 326562 h 2782570"/>
                    <a:gd name="connsiteX36" fmla="*/ 1500619 w 2782570"/>
                    <a:gd name="connsiteY36" fmla="*/ 327466 h 2782570"/>
                    <a:gd name="connsiteX37" fmla="*/ 2455104 w 2782570"/>
                    <a:gd name="connsiteY37" fmla="*/ 1281951 h 2782570"/>
                    <a:gd name="connsiteX38" fmla="*/ 2456008 w 2782570"/>
                    <a:gd name="connsiteY38" fmla="*/ 1299845 h 2782570"/>
                    <a:gd name="connsiteX39" fmla="*/ 2752089 w 2782570"/>
                    <a:gd name="connsiteY39" fmla="*/ 1299845 h 2782570"/>
                    <a:gd name="connsiteX40" fmla="*/ 2782570 w 2782570"/>
                    <a:gd name="connsiteY40" fmla="*/ 1330326 h 2782570"/>
                    <a:gd name="connsiteX41" fmla="*/ 2782570 w 2782570"/>
                    <a:gd name="connsiteY41" fmla="*/ 1452244 h 2782570"/>
                    <a:gd name="connsiteX42" fmla="*/ 2752089 w 2782570"/>
                    <a:gd name="connsiteY42" fmla="*/ 1482725 h 2782570"/>
                    <a:gd name="connsiteX43" fmla="*/ 2456008 w 2782570"/>
                    <a:gd name="connsiteY43" fmla="*/ 1482725 h 2782570"/>
                    <a:gd name="connsiteX44" fmla="*/ 2455104 w 2782570"/>
                    <a:gd name="connsiteY44" fmla="*/ 1500619 h 2782570"/>
                    <a:gd name="connsiteX45" fmla="*/ 1500619 w 2782570"/>
                    <a:gd name="connsiteY45" fmla="*/ 2455104 h 2782570"/>
                    <a:gd name="connsiteX46" fmla="*/ 1482725 w 2782570"/>
                    <a:gd name="connsiteY46" fmla="*/ 2456008 h 2782570"/>
                    <a:gd name="connsiteX47" fmla="*/ 1482725 w 2782570"/>
                    <a:gd name="connsiteY47" fmla="*/ 2752089 h 2782570"/>
                    <a:gd name="connsiteX48" fmla="*/ 1452244 w 2782570"/>
                    <a:gd name="connsiteY48" fmla="*/ 2782570 h 2782570"/>
                    <a:gd name="connsiteX49" fmla="*/ 1330326 w 2782570"/>
                    <a:gd name="connsiteY49" fmla="*/ 2782570 h 2782570"/>
                    <a:gd name="connsiteX50" fmla="*/ 1299845 w 2782570"/>
                    <a:gd name="connsiteY50" fmla="*/ 2752089 h 2782570"/>
                    <a:gd name="connsiteX51" fmla="*/ 1299845 w 2782570"/>
                    <a:gd name="connsiteY51" fmla="*/ 2456008 h 2782570"/>
                    <a:gd name="connsiteX52" fmla="*/ 1281951 w 2782570"/>
                    <a:gd name="connsiteY52" fmla="*/ 2455104 h 2782570"/>
                    <a:gd name="connsiteX53" fmla="*/ 327466 w 2782570"/>
                    <a:gd name="connsiteY53" fmla="*/ 1500619 h 2782570"/>
                    <a:gd name="connsiteX54" fmla="*/ 326562 w 2782570"/>
                    <a:gd name="connsiteY54" fmla="*/ 1482725 h 2782570"/>
                    <a:gd name="connsiteX55" fmla="*/ 30481 w 2782570"/>
                    <a:gd name="connsiteY55" fmla="*/ 1482725 h 2782570"/>
                    <a:gd name="connsiteX56" fmla="*/ 0 w 2782570"/>
                    <a:gd name="connsiteY56" fmla="*/ 1452244 h 2782570"/>
                    <a:gd name="connsiteX57" fmla="*/ 0 w 2782570"/>
                    <a:gd name="connsiteY57" fmla="*/ 1330326 h 2782570"/>
                    <a:gd name="connsiteX58" fmla="*/ 30481 w 2782570"/>
                    <a:gd name="connsiteY58" fmla="*/ 1299845 h 2782570"/>
                    <a:gd name="connsiteX59" fmla="*/ 326562 w 2782570"/>
                    <a:gd name="connsiteY59" fmla="*/ 1299845 h 2782570"/>
                    <a:gd name="connsiteX60" fmla="*/ 327466 w 2782570"/>
                    <a:gd name="connsiteY60" fmla="*/ 1281951 h 2782570"/>
                    <a:gd name="connsiteX61" fmla="*/ 1281951 w 2782570"/>
                    <a:gd name="connsiteY61" fmla="*/ 327466 h 2782570"/>
                    <a:gd name="connsiteX62" fmla="*/ 1299845 w 2782570"/>
                    <a:gd name="connsiteY62" fmla="*/ 326562 h 2782570"/>
                    <a:gd name="connsiteX63" fmla="*/ 1299845 w 2782570"/>
                    <a:gd name="connsiteY63" fmla="*/ 30481 h 2782570"/>
                    <a:gd name="connsiteX64" fmla="*/ 1330326 w 2782570"/>
                    <a:gd name="connsiteY64" fmla="*/ 0 h 278257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</a:cxnLst>
                  <a:rect l="l" t="t" r="r" b="b"/>
                  <a:pathLst>
                    <a:path w="2782570" h="2782570">
                      <a:moveTo>
                        <a:pt x="1299845" y="423680"/>
                      </a:moveTo>
                      <a:lnTo>
                        <a:pt x="1291881" y="424082"/>
                      </a:lnTo>
                      <a:cubicBezTo>
                        <a:pt x="834315" y="470550"/>
                        <a:pt x="470550" y="834315"/>
                        <a:pt x="424081" y="1291881"/>
                      </a:cubicBezTo>
                      <a:lnTo>
                        <a:pt x="423679" y="1299845"/>
                      </a:lnTo>
                      <a:lnTo>
                        <a:pt x="472439" y="1299845"/>
                      </a:lnTo>
                      <a:cubicBezTo>
                        <a:pt x="489273" y="1299845"/>
                        <a:pt x="502920" y="1313492"/>
                        <a:pt x="502920" y="1330326"/>
                      </a:cubicBezTo>
                      <a:lnTo>
                        <a:pt x="502920" y="1452244"/>
                      </a:lnTo>
                      <a:cubicBezTo>
                        <a:pt x="502920" y="1469078"/>
                        <a:pt x="489273" y="1482725"/>
                        <a:pt x="472439" y="1482725"/>
                      </a:cubicBezTo>
                      <a:lnTo>
                        <a:pt x="423679" y="1482725"/>
                      </a:lnTo>
                      <a:lnTo>
                        <a:pt x="424081" y="1490689"/>
                      </a:lnTo>
                      <a:cubicBezTo>
                        <a:pt x="470550" y="1948255"/>
                        <a:pt x="834315" y="2312020"/>
                        <a:pt x="1291881" y="2358489"/>
                      </a:cubicBezTo>
                      <a:lnTo>
                        <a:pt x="1299845" y="2358891"/>
                      </a:lnTo>
                      <a:lnTo>
                        <a:pt x="1299845" y="2310131"/>
                      </a:lnTo>
                      <a:cubicBezTo>
                        <a:pt x="1299845" y="2293297"/>
                        <a:pt x="1313492" y="2279650"/>
                        <a:pt x="1330326" y="2279650"/>
                      </a:cubicBezTo>
                      <a:lnTo>
                        <a:pt x="1452244" y="2279650"/>
                      </a:lnTo>
                      <a:cubicBezTo>
                        <a:pt x="1469078" y="2279650"/>
                        <a:pt x="1482725" y="2293297"/>
                        <a:pt x="1482725" y="2310131"/>
                      </a:cubicBezTo>
                      <a:lnTo>
                        <a:pt x="1482725" y="2358891"/>
                      </a:lnTo>
                      <a:lnTo>
                        <a:pt x="1490689" y="2358489"/>
                      </a:lnTo>
                      <a:cubicBezTo>
                        <a:pt x="1948255" y="2312020"/>
                        <a:pt x="2312020" y="1948255"/>
                        <a:pt x="2358489" y="1490689"/>
                      </a:cubicBezTo>
                      <a:lnTo>
                        <a:pt x="2358891" y="1482725"/>
                      </a:lnTo>
                      <a:lnTo>
                        <a:pt x="2310131" y="1482725"/>
                      </a:lnTo>
                      <a:cubicBezTo>
                        <a:pt x="2293297" y="1482725"/>
                        <a:pt x="2279650" y="1469078"/>
                        <a:pt x="2279650" y="1452244"/>
                      </a:cubicBezTo>
                      <a:lnTo>
                        <a:pt x="2279650" y="1330326"/>
                      </a:lnTo>
                      <a:cubicBezTo>
                        <a:pt x="2279650" y="1313492"/>
                        <a:pt x="2293297" y="1299845"/>
                        <a:pt x="2310131" y="1299845"/>
                      </a:cubicBezTo>
                      <a:lnTo>
                        <a:pt x="2358891" y="1299845"/>
                      </a:lnTo>
                      <a:lnTo>
                        <a:pt x="2358489" y="1291881"/>
                      </a:lnTo>
                      <a:cubicBezTo>
                        <a:pt x="2312020" y="834315"/>
                        <a:pt x="1948255" y="470550"/>
                        <a:pt x="1490689" y="424082"/>
                      </a:cubicBezTo>
                      <a:lnTo>
                        <a:pt x="1482725" y="423680"/>
                      </a:lnTo>
                      <a:lnTo>
                        <a:pt x="1482725" y="472439"/>
                      </a:lnTo>
                      <a:cubicBezTo>
                        <a:pt x="1482725" y="489273"/>
                        <a:pt x="1469078" y="502920"/>
                        <a:pt x="1452244" y="502920"/>
                      </a:cubicBezTo>
                      <a:lnTo>
                        <a:pt x="1330326" y="502920"/>
                      </a:lnTo>
                      <a:cubicBezTo>
                        <a:pt x="1313492" y="502920"/>
                        <a:pt x="1299845" y="489273"/>
                        <a:pt x="1299845" y="472439"/>
                      </a:cubicBezTo>
                      <a:close/>
                      <a:moveTo>
                        <a:pt x="1330326" y="0"/>
                      </a:moveTo>
                      <a:lnTo>
                        <a:pt x="1452244" y="0"/>
                      </a:lnTo>
                      <a:cubicBezTo>
                        <a:pt x="1469078" y="0"/>
                        <a:pt x="1482725" y="13647"/>
                        <a:pt x="1482725" y="30481"/>
                      </a:cubicBezTo>
                      <a:lnTo>
                        <a:pt x="1482725" y="326562"/>
                      </a:lnTo>
                      <a:lnTo>
                        <a:pt x="1500619" y="327466"/>
                      </a:lnTo>
                      <a:cubicBezTo>
                        <a:pt x="2003892" y="378576"/>
                        <a:pt x="2403994" y="778678"/>
                        <a:pt x="2455104" y="1281951"/>
                      </a:cubicBezTo>
                      <a:lnTo>
                        <a:pt x="2456008" y="1299845"/>
                      </a:lnTo>
                      <a:lnTo>
                        <a:pt x="2752089" y="1299845"/>
                      </a:lnTo>
                      <a:cubicBezTo>
                        <a:pt x="2768923" y="1299845"/>
                        <a:pt x="2782570" y="1313492"/>
                        <a:pt x="2782570" y="1330326"/>
                      </a:cubicBezTo>
                      <a:lnTo>
                        <a:pt x="2782570" y="1452244"/>
                      </a:lnTo>
                      <a:cubicBezTo>
                        <a:pt x="2782570" y="1469078"/>
                        <a:pt x="2768923" y="1482725"/>
                        <a:pt x="2752089" y="1482725"/>
                      </a:cubicBezTo>
                      <a:lnTo>
                        <a:pt x="2456008" y="1482725"/>
                      </a:lnTo>
                      <a:lnTo>
                        <a:pt x="2455104" y="1500619"/>
                      </a:lnTo>
                      <a:cubicBezTo>
                        <a:pt x="2403994" y="2003892"/>
                        <a:pt x="2003892" y="2403994"/>
                        <a:pt x="1500619" y="2455104"/>
                      </a:cubicBezTo>
                      <a:lnTo>
                        <a:pt x="1482725" y="2456008"/>
                      </a:lnTo>
                      <a:lnTo>
                        <a:pt x="1482725" y="2752089"/>
                      </a:lnTo>
                      <a:cubicBezTo>
                        <a:pt x="1482725" y="2768923"/>
                        <a:pt x="1469078" y="2782570"/>
                        <a:pt x="1452244" y="2782570"/>
                      </a:cubicBezTo>
                      <a:lnTo>
                        <a:pt x="1330326" y="2782570"/>
                      </a:lnTo>
                      <a:cubicBezTo>
                        <a:pt x="1313492" y="2782570"/>
                        <a:pt x="1299845" y="2768923"/>
                        <a:pt x="1299845" y="2752089"/>
                      </a:cubicBezTo>
                      <a:lnTo>
                        <a:pt x="1299845" y="2456008"/>
                      </a:lnTo>
                      <a:lnTo>
                        <a:pt x="1281951" y="2455104"/>
                      </a:lnTo>
                      <a:cubicBezTo>
                        <a:pt x="778678" y="2403994"/>
                        <a:pt x="378576" y="2003892"/>
                        <a:pt x="327466" y="1500619"/>
                      </a:cubicBezTo>
                      <a:lnTo>
                        <a:pt x="326562" y="1482725"/>
                      </a:lnTo>
                      <a:lnTo>
                        <a:pt x="30481" y="1482725"/>
                      </a:lnTo>
                      <a:cubicBezTo>
                        <a:pt x="13647" y="1482725"/>
                        <a:pt x="0" y="1469078"/>
                        <a:pt x="0" y="1452244"/>
                      </a:cubicBezTo>
                      <a:lnTo>
                        <a:pt x="0" y="1330326"/>
                      </a:lnTo>
                      <a:cubicBezTo>
                        <a:pt x="0" y="1313492"/>
                        <a:pt x="13647" y="1299845"/>
                        <a:pt x="30481" y="1299845"/>
                      </a:cubicBezTo>
                      <a:lnTo>
                        <a:pt x="326562" y="1299845"/>
                      </a:lnTo>
                      <a:lnTo>
                        <a:pt x="327466" y="1281951"/>
                      </a:lnTo>
                      <a:cubicBezTo>
                        <a:pt x="378576" y="778678"/>
                        <a:pt x="778678" y="378576"/>
                        <a:pt x="1281951" y="327466"/>
                      </a:cubicBezTo>
                      <a:lnTo>
                        <a:pt x="1299845" y="326562"/>
                      </a:lnTo>
                      <a:lnTo>
                        <a:pt x="1299845" y="30481"/>
                      </a:lnTo>
                      <a:cubicBezTo>
                        <a:pt x="1299845" y="13647"/>
                        <a:pt x="1313492" y="0"/>
                        <a:pt x="1330326" y="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00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7" name="Freeform 47">
                  <a:extLst>
                    <a:ext uri="{FF2B5EF4-FFF2-40B4-BE49-F238E27FC236}">
                      <a16:creationId xmlns:a16="http://schemas.microsoft.com/office/drawing/2014/main" id="{12B8ED49-715C-38E4-F3B2-341477A7321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2599402" y="2449176"/>
                  <a:ext cx="328536" cy="220120"/>
                </a:xfrm>
                <a:custGeom>
                  <a:avLst/>
                  <a:gdLst>
                    <a:gd name="T0" fmla="*/ 605 w 1260"/>
                    <a:gd name="T1" fmla="*/ 383 h 846"/>
                    <a:gd name="T2" fmla="*/ 605 w 1260"/>
                    <a:gd name="T3" fmla="*/ 227 h 846"/>
                    <a:gd name="T4" fmla="*/ 581 w 1260"/>
                    <a:gd name="T5" fmla="*/ 200 h 846"/>
                    <a:gd name="T6" fmla="*/ 551 w 1260"/>
                    <a:gd name="T7" fmla="*/ 225 h 846"/>
                    <a:gd name="T8" fmla="*/ 269 w 1260"/>
                    <a:gd name="T9" fmla="*/ 350 h 846"/>
                    <a:gd name="T10" fmla="*/ 269 w 1260"/>
                    <a:gd name="T11" fmla="*/ 325 h 846"/>
                    <a:gd name="T12" fmla="*/ 100 w 1260"/>
                    <a:gd name="T13" fmla="*/ 325 h 846"/>
                    <a:gd name="T14" fmla="*/ 38 w 1260"/>
                    <a:gd name="T15" fmla="*/ 386 h 846"/>
                    <a:gd name="T16" fmla="*/ 38 w 1260"/>
                    <a:gd name="T17" fmla="*/ 412 h 846"/>
                    <a:gd name="T18" fmla="*/ 20 w 1260"/>
                    <a:gd name="T19" fmla="*/ 412 h 846"/>
                    <a:gd name="T20" fmla="*/ 0 w 1260"/>
                    <a:gd name="T21" fmla="*/ 432 h 846"/>
                    <a:gd name="T22" fmla="*/ 0 w 1260"/>
                    <a:gd name="T23" fmla="*/ 508 h 846"/>
                    <a:gd name="T24" fmla="*/ 20 w 1260"/>
                    <a:gd name="T25" fmla="*/ 528 h 846"/>
                    <a:gd name="T26" fmla="*/ 39 w 1260"/>
                    <a:gd name="T27" fmla="*/ 528 h 846"/>
                    <a:gd name="T28" fmla="*/ 39 w 1260"/>
                    <a:gd name="T29" fmla="*/ 552 h 846"/>
                    <a:gd name="T30" fmla="*/ 100 w 1260"/>
                    <a:gd name="T31" fmla="*/ 613 h 846"/>
                    <a:gd name="T32" fmla="*/ 115 w 1260"/>
                    <a:gd name="T33" fmla="*/ 613 h 846"/>
                    <a:gd name="T34" fmla="*/ 185 w 1260"/>
                    <a:gd name="T35" fmla="*/ 846 h 846"/>
                    <a:gd name="T36" fmla="*/ 195 w 1260"/>
                    <a:gd name="T37" fmla="*/ 843 h 846"/>
                    <a:gd name="T38" fmla="*/ 230 w 1260"/>
                    <a:gd name="T39" fmla="*/ 835 h 846"/>
                    <a:gd name="T40" fmla="*/ 240 w 1260"/>
                    <a:gd name="T41" fmla="*/ 832 h 846"/>
                    <a:gd name="T42" fmla="*/ 211 w 1260"/>
                    <a:gd name="T43" fmla="*/ 613 h 846"/>
                    <a:gd name="T44" fmla="*/ 267 w 1260"/>
                    <a:gd name="T45" fmla="*/ 613 h 846"/>
                    <a:gd name="T46" fmla="*/ 267 w 1260"/>
                    <a:gd name="T47" fmla="*/ 588 h 846"/>
                    <a:gd name="T48" fmla="*/ 550 w 1260"/>
                    <a:gd name="T49" fmla="*/ 713 h 846"/>
                    <a:gd name="T50" fmla="*/ 580 w 1260"/>
                    <a:gd name="T51" fmla="*/ 738 h 846"/>
                    <a:gd name="T52" fmla="*/ 604 w 1260"/>
                    <a:gd name="T53" fmla="*/ 711 h 846"/>
                    <a:gd name="T54" fmla="*/ 604 w 1260"/>
                    <a:gd name="T55" fmla="*/ 553 h 846"/>
                    <a:gd name="T56" fmla="*/ 662 w 1260"/>
                    <a:gd name="T57" fmla="*/ 468 h 846"/>
                    <a:gd name="T58" fmla="*/ 605 w 1260"/>
                    <a:gd name="T59" fmla="*/ 383 h 846"/>
                    <a:gd name="T60" fmla="*/ 205 w 1260"/>
                    <a:gd name="T61" fmla="*/ 550 h 846"/>
                    <a:gd name="T62" fmla="*/ 102 w 1260"/>
                    <a:gd name="T63" fmla="*/ 550 h 846"/>
                    <a:gd name="T64" fmla="*/ 102 w 1260"/>
                    <a:gd name="T65" fmla="*/ 388 h 846"/>
                    <a:gd name="T66" fmla="*/ 204 w 1260"/>
                    <a:gd name="T67" fmla="*/ 388 h 846"/>
                    <a:gd name="T68" fmla="*/ 204 w 1260"/>
                    <a:gd name="T69" fmla="*/ 550 h 846"/>
                    <a:gd name="T70" fmla="*/ 205 w 1260"/>
                    <a:gd name="T71" fmla="*/ 550 h 846"/>
                    <a:gd name="T72" fmla="*/ 691 w 1260"/>
                    <a:gd name="T73" fmla="*/ 558 h 846"/>
                    <a:gd name="T74" fmla="*/ 695 w 1260"/>
                    <a:gd name="T75" fmla="*/ 578 h 846"/>
                    <a:gd name="T76" fmla="*/ 814 w 1260"/>
                    <a:gd name="T77" fmla="*/ 546 h 846"/>
                    <a:gd name="T78" fmla="*/ 814 w 1260"/>
                    <a:gd name="T79" fmla="*/ 546 h 846"/>
                    <a:gd name="T80" fmla="*/ 1151 w 1260"/>
                    <a:gd name="T81" fmla="*/ 502 h 846"/>
                    <a:gd name="T82" fmla="*/ 1151 w 1260"/>
                    <a:gd name="T83" fmla="*/ 108 h 846"/>
                    <a:gd name="T84" fmla="*/ 757 w 1260"/>
                    <a:gd name="T85" fmla="*/ 108 h 846"/>
                    <a:gd name="T86" fmla="*/ 746 w 1260"/>
                    <a:gd name="T87" fmla="*/ 490 h 846"/>
                    <a:gd name="T88" fmla="*/ 749 w 1260"/>
                    <a:gd name="T89" fmla="*/ 492 h 846"/>
                    <a:gd name="T90" fmla="*/ 691 w 1260"/>
                    <a:gd name="T91" fmla="*/ 558 h 846"/>
                    <a:gd name="T92" fmla="*/ 891 w 1260"/>
                    <a:gd name="T93" fmla="*/ 275 h 846"/>
                    <a:gd name="T94" fmla="*/ 929 w 1260"/>
                    <a:gd name="T95" fmla="*/ 312 h 846"/>
                    <a:gd name="T96" fmla="*/ 1017 w 1260"/>
                    <a:gd name="T97" fmla="*/ 223 h 846"/>
                    <a:gd name="T98" fmla="*/ 1056 w 1260"/>
                    <a:gd name="T99" fmla="*/ 262 h 846"/>
                    <a:gd name="T100" fmla="*/ 967 w 1260"/>
                    <a:gd name="T101" fmla="*/ 351 h 846"/>
                    <a:gd name="T102" fmla="*/ 929 w 1260"/>
                    <a:gd name="T103" fmla="*/ 390 h 846"/>
                    <a:gd name="T104" fmla="*/ 890 w 1260"/>
                    <a:gd name="T105" fmla="*/ 351 h 846"/>
                    <a:gd name="T106" fmla="*/ 852 w 1260"/>
                    <a:gd name="T107" fmla="*/ 313 h 846"/>
                    <a:gd name="T108" fmla="*/ 891 w 1260"/>
                    <a:gd name="T109" fmla="*/ 275 h 84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1260" h="846">
                      <a:moveTo>
                        <a:pt x="605" y="383"/>
                      </a:moveTo>
                      <a:lnTo>
                        <a:pt x="605" y="227"/>
                      </a:lnTo>
                      <a:cubicBezTo>
                        <a:pt x="605" y="213"/>
                        <a:pt x="595" y="201"/>
                        <a:pt x="581" y="200"/>
                      </a:cubicBezTo>
                      <a:cubicBezTo>
                        <a:pt x="565" y="198"/>
                        <a:pt x="552" y="210"/>
                        <a:pt x="551" y="225"/>
                      </a:cubicBezTo>
                      <a:cubicBezTo>
                        <a:pt x="466" y="306"/>
                        <a:pt x="342" y="337"/>
                        <a:pt x="269" y="350"/>
                      </a:cubicBezTo>
                      <a:lnTo>
                        <a:pt x="269" y="325"/>
                      </a:lnTo>
                      <a:lnTo>
                        <a:pt x="100" y="325"/>
                      </a:lnTo>
                      <a:cubicBezTo>
                        <a:pt x="66" y="325"/>
                        <a:pt x="38" y="352"/>
                        <a:pt x="38" y="386"/>
                      </a:cubicBezTo>
                      <a:lnTo>
                        <a:pt x="38" y="412"/>
                      </a:lnTo>
                      <a:lnTo>
                        <a:pt x="20" y="412"/>
                      </a:lnTo>
                      <a:cubicBezTo>
                        <a:pt x="9" y="412"/>
                        <a:pt x="0" y="421"/>
                        <a:pt x="0" y="432"/>
                      </a:cubicBezTo>
                      <a:lnTo>
                        <a:pt x="0" y="508"/>
                      </a:lnTo>
                      <a:cubicBezTo>
                        <a:pt x="0" y="520"/>
                        <a:pt x="8" y="528"/>
                        <a:pt x="20" y="528"/>
                      </a:cubicBezTo>
                      <a:lnTo>
                        <a:pt x="39" y="528"/>
                      </a:lnTo>
                      <a:lnTo>
                        <a:pt x="39" y="552"/>
                      </a:lnTo>
                      <a:cubicBezTo>
                        <a:pt x="39" y="586"/>
                        <a:pt x="66" y="613"/>
                        <a:pt x="100" y="613"/>
                      </a:cubicBezTo>
                      <a:lnTo>
                        <a:pt x="115" y="613"/>
                      </a:lnTo>
                      <a:lnTo>
                        <a:pt x="185" y="846"/>
                      </a:lnTo>
                      <a:lnTo>
                        <a:pt x="195" y="843"/>
                      </a:lnTo>
                      <a:lnTo>
                        <a:pt x="230" y="835"/>
                      </a:lnTo>
                      <a:lnTo>
                        <a:pt x="240" y="832"/>
                      </a:lnTo>
                      <a:lnTo>
                        <a:pt x="211" y="613"/>
                      </a:lnTo>
                      <a:lnTo>
                        <a:pt x="267" y="613"/>
                      </a:lnTo>
                      <a:lnTo>
                        <a:pt x="267" y="588"/>
                      </a:lnTo>
                      <a:cubicBezTo>
                        <a:pt x="341" y="601"/>
                        <a:pt x="463" y="632"/>
                        <a:pt x="550" y="713"/>
                      </a:cubicBezTo>
                      <a:cubicBezTo>
                        <a:pt x="551" y="728"/>
                        <a:pt x="564" y="741"/>
                        <a:pt x="580" y="738"/>
                      </a:cubicBezTo>
                      <a:cubicBezTo>
                        <a:pt x="594" y="737"/>
                        <a:pt x="604" y="725"/>
                        <a:pt x="604" y="711"/>
                      </a:cubicBezTo>
                      <a:lnTo>
                        <a:pt x="604" y="553"/>
                      </a:lnTo>
                      <a:cubicBezTo>
                        <a:pt x="639" y="541"/>
                        <a:pt x="662" y="507"/>
                        <a:pt x="662" y="468"/>
                      </a:cubicBezTo>
                      <a:cubicBezTo>
                        <a:pt x="664" y="430"/>
                        <a:pt x="640" y="396"/>
                        <a:pt x="605" y="383"/>
                      </a:cubicBezTo>
                      <a:close/>
                      <a:moveTo>
                        <a:pt x="205" y="550"/>
                      </a:moveTo>
                      <a:lnTo>
                        <a:pt x="102" y="550"/>
                      </a:lnTo>
                      <a:lnTo>
                        <a:pt x="102" y="388"/>
                      </a:lnTo>
                      <a:lnTo>
                        <a:pt x="204" y="388"/>
                      </a:lnTo>
                      <a:lnTo>
                        <a:pt x="204" y="550"/>
                      </a:lnTo>
                      <a:lnTo>
                        <a:pt x="205" y="550"/>
                      </a:lnTo>
                      <a:close/>
                      <a:moveTo>
                        <a:pt x="691" y="558"/>
                      </a:moveTo>
                      <a:cubicBezTo>
                        <a:pt x="681" y="563"/>
                        <a:pt x="684" y="577"/>
                        <a:pt x="695" y="578"/>
                      </a:cubicBezTo>
                      <a:cubicBezTo>
                        <a:pt x="726" y="583"/>
                        <a:pt x="771" y="578"/>
                        <a:pt x="814" y="546"/>
                      </a:cubicBezTo>
                      <a:lnTo>
                        <a:pt x="814" y="546"/>
                      </a:lnTo>
                      <a:cubicBezTo>
                        <a:pt x="920" y="608"/>
                        <a:pt x="1060" y="595"/>
                        <a:pt x="1151" y="502"/>
                      </a:cubicBezTo>
                      <a:cubicBezTo>
                        <a:pt x="1260" y="393"/>
                        <a:pt x="1260" y="217"/>
                        <a:pt x="1151" y="108"/>
                      </a:cubicBezTo>
                      <a:cubicBezTo>
                        <a:pt x="1042" y="0"/>
                        <a:pt x="866" y="0"/>
                        <a:pt x="757" y="108"/>
                      </a:cubicBezTo>
                      <a:cubicBezTo>
                        <a:pt x="652" y="213"/>
                        <a:pt x="648" y="381"/>
                        <a:pt x="746" y="490"/>
                      </a:cubicBezTo>
                      <a:lnTo>
                        <a:pt x="749" y="492"/>
                      </a:lnTo>
                      <a:cubicBezTo>
                        <a:pt x="739" y="516"/>
                        <a:pt x="720" y="543"/>
                        <a:pt x="691" y="558"/>
                      </a:cubicBezTo>
                      <a:close/>
                      <a:moveTo>
                        <a:pt x="891" y="275"/>
                      </a:moveTo>
                      <a:lnTo>
                        <a:pt x="929" y="312"/>
                      </a:lnTo>
                      <a:lnTo>
                        <a:pt x="1017" y="223"/>
                      </a:lnTo>
                      <a:lnTo>
                        <a:pt x="1056" y="262"/>
                      </a:lnTo>
                      <a:lnTo>
                        <a:pt x="967" y="351"/>
                      </a:lnTo>
                      <a:lnTo>
                        <a:pt x="929" y="390"/>
                      </a:lnTo>
                      <a:lnTo>
                        <a:pt x="890" y="351"/>
                      </a:lnTo>
                      <a:lnTo>
                        <a:pt x="852" y="313"/>
                      </a:lnTo>
                      <a:lnTo>
                        <a:pt x="891" y="275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ctr" anchorCtr="0" compatLnSpc="1">
                  <a:prstTxWarp prst="textNoShape">
                    <a:avLst/>
                  </a:prstTxWarp>
                </a:bodyPr>
                <a:lstStyle/>
                <a:p>
                  <a:endParaRPr lang="en-IN" sz="200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grpSp>
              <p:nvGrpSpPr>
                <p:cNvPr id="38" name="Group 37">
                  <a:extLst>
                    <a:ext uri="{FF2B5EF4-FFF2-40B4-BE49-F238E27FC236}">
                      <a16:creationId xmlns:a16="http://schemas.microsoft.com/office/drawing/2014/main" id="{03FCB751-3913-AD24-A648-1E7B01840FF8}"/>
                    </a:ext>
                  </a:extLst>
                </p:cNvPr>
                <p:cNvGrpSpPr/>
                <p:nvPr/>
              </p:nvGrpSpPr>
              <p:grpSpPr>
                <a:xfrm>
                  <a:off x="3042997" y="3006796"/>
                  <a:ext cx="285430" cy="209744"/>
                  <a:chOff x="3581401" y="858838"/>
                  <a:chExt cx="4921250" cy="3616325"/>
                </a:xfrm>
                <a:solidFill>
                  <a:schemeClr val="bg1"/>
                </a:solidFill>
              </p:grpSpPr>
              <p:sp>
                <p:nvSpPr>
                  <p:cNvPr id="51" name="Freeform 91">
                    <a:extLst>
                      <a:ext uri="{FF2B5EF4-FFF2-40B4-BE49-F238E27FC236}">
                        <a16:creationId xmlns:a16="http://schemas.microsoft.com/office/drawing/2014/main" id="{EF0FEE5E-9A1A-C72B-F579-784C0F4693F5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3581401" y="858838"/>
                    <a:ext cx="4921250" cy="3616325"/>
                  </a:xfrm>
                  <a:custGeom>
                    <a:avLst/>
                    <a:gdLst>
                      <a:gd name="T0" fmla="*/ 1150 w 1150"/>
                      <a:gd name="T1" fmla="*/ 114 h 847"/>
                      <a:gd name="T2" fmla="*/ 1150 w 1150"/>
                      <a:gd name="T3" fmla="*/ 114 h 847"/>
                      <a:gd name="T4" fmla="*/ 1150 w 1150"/>
                      <a:gd name="T5" fmla="*/ 13 h 847"/>
                      <a:gd name="T6" fmla="*/ 1138 w 1150"/>
                      <a:gd name="T7" fmla="*/ 0 h 847"/>
                      <a:gd name="T8" fmla="*/ 13 w 1150"/>
                      <a:gd name="T9" fmla="*/ 0 h 847"/>
                      <a:gd name="T10" fmla="*/ 0 w 1150"/>
                      <a:gd name="T11" fmla="*/ 13 h 847"/>
                      <a:gd name="T12" fmla="*/ 0 w 1150"/>
                      <a:gd name="T13" fmla="*/ 112 h 847"/>
                      <a:gd name="T14" fmla="*/ 0 w 1150"/>
                      <a:gd name="T15" fmla="*/ 114 h 847"/>
                      <a:gd name="T16" fmla="*/ 0 w 1150"/>
                      <a:gd name="T17" fmla="*/ 117 h 847"/>
                      <a:gd name="T18" fmla="*/ 0 w 1150"/>
                      <a:gd name="T19" fmla="*/ 834 h 847"/>
                      <a:gd name="T20" fmla="*/ 13 w 1150"/>
                      <a:gd name="T21" fmla="*/ 847 h 847"/>
                      <a:gd name="T22" fmla="*/ 1138 w 1150"/>
                      <a:gd name="T23" fmla="*/ 847 h 847"/>
                      <a:gd name="T24" fmla="*/ 1150 w 1150"/>
                      <a:gd name="T25" fmla="*/ 834 h 847"/>
                      <a:gd name="T26" fmla="*/ 1150 w 1150"/>
                      <a:gd name="T27" fmla="*/ 114 h 847"/>
                      <a:gd name="T28" fmla="*/ 25 w 1150"/>
                      <a:gd name="T29" fmla="*/ 25 h 847"/>
                      <a:gd name="T30" fmla="*/ 1125 w 1150"/>
                      <a:gd name="T31" fmla="*/ 25 h 847"/>
                      <a:gd name="T32" fmla="*/ 1125 w 1150"/>
                      <a:gd name="T33" fmla="*/ 102 h 847"/>
                      <a:gd name="T34" fmla="*/ 25 w 1150"/>
                      <a:gd name="T35" fmla="*/ 102 h 847"/>
                      <a:gd name="T36" fmla="*/ 25 w 1150"/>
                      <a:gd name="T37" fmla="*/ 25 h 847"/>
                      <a:gd name="T38" fmla="*/ 1125 w 1150"/>
                      <a:gd name="T39" fmla="*/ 823 h 847"/>
                      <a:gd name="T40" fmla="*/ 25 w 1150"/>
                      <a:gd name="T41" fmla="*/ 823 h 847"/>
                      <a:gd name="T42" fmla="*/ 25 w 1150"/>
                      <a:gd name="T43" fmla="*/ 127 h 847"/>
                      <a:gd name="T44" fmla="*/ 1125 w 1150"/>
                      <a:gd name="T45" fmla="*/ 127 h 847"/>
                      <a:gd name="T46" fmla="*/ 1125 w 1150"/>
                      <a:gd name="T47" fmla="*/ 823 h 84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</a:cxnLst>
                    <a:rect l="0" t="0" r="r" b="b"/>
                    <a:pathLst>
                      <a:path w="1150" h="847">
                        <a:moveTo>
                          <a:pt x="1150" y="114"/>
                        </a:moveTo>
                        <a:lnTo>
                          <a:pt x="1150" y="114"/>
                        </a:lnTo>
                        <a:lnTo>
                          <a:pt x="1150" y="13"/>
                        </a:lnTo>
                        <a:cubicBezTo>
                          <a:pt x="1150" y="5"/>
                          <a:pt x="1145" y="0"/>
                          <a:pt x="1138" y="0"/>
                        </a:cubicBezTo>
                        <a:lnTo>
                          <a:pt x="13" y="0"/>
                        </a:lnTo>
                        <a:cubicBezTo>
                          <a:pt x="5" y="0"/>
                          <a:pt x="0" y="5"/>
                          <a:pt x="0" y="13"/>
                        </a:cubicBezTo>
                        <a:lnTo>
                          <a:pt x="0" y="112"/>
                        </a:lnTo>
                        <a:lnTo>
                          <a:pt x="0" y="114"/>
                        </a:lnTo>
                        <a:lnTo>
                          <a:pt x="0" y="117"/>
                        </a:lnTo>
                        <a:lnTo>
                          <a:pt x="0" y="834"/>
                        </a:lnTo>
                        <a:cubicBezTo>
                          <a:pt x="0" y="842"/>
                          <a:pt x="5" y="847"/>
                          <a:pt x="13" y="847"/>
                        </a:cubicBezTo>
                        <a:lnTo>
                          <a:pt x="1138" y="847"/>
                        </a:lnTo>
                        <a:cubicBezTo>
                          <a:pt x="1145" y="847"/>
                          <a:pt x="1150" y="842"/>
                          <a:pt x="1150" y="834"/>
                        </a:cubicBezTo>
                        <a:lnTo>
                          <a:pt x="1150" y="114"/>
                        </a:lnTo>
                        <a:close/>
                        <a:moveTo>
                          <a:pt x="25" y="25"/>
                        </a:moveTo>
                        <a:lnTo>
                          <a:pt x="1125" y="25"/>
                        </a:lnTo>
                        <a:lnTo>
                          <a:pt x="1125" y="102"/>
                        </a:lnTo>
                        <a:lnTo>
                          <a:pt x="25" y="102"/>
                        </a:lnTo>
                        <a:lnTo>
                          <a:pt x="25" y="25"/>
                        </a:lnTo>
                        <a:close/>
                        <a:moveTo>
                          <a:pt x="1125" y="823"/>
                        </a:moveTo>
                        <a:lnTo>
                          <a:pt x="25" y="823"/>
                        </a:lnTo>
                        <a:lnTo>
                          <a:pt x="25" y="127"/>
                        </a:lnTo>
                        <a:lnTo>
                          <a:pt x="1125" y="127"/>
                        </a:lnTo>
                        <a:lnTo>
                          <a:pt x="1125" y="823"/>
                        </a:lnTo>
                        <a:close/>
                      </a:path>
                    </a:pathLst>
                  </a:custGeom>
                  <a:grpFill/>
                  <a:ln w="0">
                    <a:solidFill>
                      <a:schemeClr val="bg1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ctr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IN" sz="200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52" name="Freeform 95">
                    <a:extLst>
                      <a:ext uri="{FF2B5EF4-FFF2-40B4-BE49-F238E27FC236}">
                        <a16:creationId xmlns:a16="http://schemas.microsoft.com/office/drawing/2014/main" id="{D6FA0379-A1D9-9C02-D1F4-CC8F50B6F556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4911726" y="2046288"/>
                    <a:ext cx="2268538" cy="1584325"/>
                  </a:xfrm>
                  <a:custGeom>
                    <a:avLst/>
                    <a:gdLst>
                      <a:gd name="T0" fmla="*/ 2 w 530"/>
                      <a:gd name="T1" fmla="*/ 364 h 371"/>
                      <a:gd name="T2" fmla="*/ 3 w 530"/>
                      <a:gd name="T3" fmla="*/ 366 h 371"/>
                      <a:gd name="T4" fmla="*/ 4 w 530"/>
                      <a:gd name="T5" fmla="*/ 367 h 371"/>
                      <a:gd name="T6" fmla="*/ 4 w 530"/>
                      <a:gd name="T7" fmla="*/ 367 h 371"/>
                      <a:gd name="T8" fmla="*/ 8 w 530"/>
                      <a:gd name="T9" fmla="*/ 370 h 371"/>
                      <a:gd name="T10" fmla="*/ 13 w 530"/>
                      <a:gd name="T11" fmla="*/ 371 h 371"/>
                      <a:gd name="T12" fmla="*/ 518 w 530"/>
                      <a:gd name="T13" fmla="*/ 371 h 371"/>
                      <a:gd name="T14" fmla="*/ 523 w 530"/>
                      <a:gd name="T15" fmla="*/ 370 h 371"/>
                      <a:gd name="T16" fmla="*/ 525 w 530"/>
                      <a:gd name="T17" fmla="*/ 369 h 371"/>
                      <a:gd name="T18" fmla="*/ 527 w 530"/>
                      <a:gd name="T19" fmla="*/ 367 h 371"/>
                      <a:gd name="T20" fmla="*/ 527 w 530"/>
                      <a:gd name="T21" fmla="*/ 367 h 371"/>
                      <a:gd name="T22" fmla="*/ 529 w 530"/>
                      <a:gd name="T23" fmla="*/ 364 h 371"/>
                      <a:gd name="T24" fmla="*/ 530 w 530"/>
                      <a:gd name="T25" fmla="*/ 359 h 371"/>
                      <a:gd name="T26" fmla="*/ 530 w 530"/>
                      <a:gd name="T27" fmla="*/ 359 h 371"/>
                      <a:gd name="T28" fmla="*/ 530 w 530"/>
                      <a:gd name="T29" fmla="*/ 12 h 371"/>
                      <a:gd name="T30" fmla="*/ 530 w 530"/>
                      <a:gd name="T31" fmla="*/ 11 h 371"/>
                      <a:gd name="T32" fmla="*/ 530 w 530"/>
                      <a:gd name="T33" fmla="*/ 8 h 371"/>
                      <a:gd name="T34" fmla="*/ 529 w 530"/>
                      <a:gd name="T35" fmla="*/ 6 h 371"/>
                      <a:gd name="T36" fmla="*/ 529 w 530"/>
                      <a:gd name="T37" fmla="*/ 5 h 371"/>
                      <a:gd name="T38" fmla="*/ 528 w 530"/>
                      <a:gd name="T39" fmla="*/ 3 h 371"/>
                      <a:gd name="T40" fmla="*/ 527 w 530"/>
                      <a:gd name="T41" fmla="*/ 2 h 371"/>
                      <a:gd name="T42" fmla="*/ 524 w 530"/>
                      <a:gd name="T43" fmla="*/ 1 h 371"/>
                      <a:gd name="T44" fmla="*/ 522 w 530"/>
                      <a:gd name="T45" fmla="*/ 0 h 371"/>
                      <a:gd name="T46" fmla="*/ 519 w 530"/>
                      <a:gd name="T47" fmla="*/ 0 h 371"/>
                      <a:gd name="T48" fmla="*/ 518 w 530"/>
                      <a:gd name="T49" fmla="*/ 0 h 371"/>
                      <a:gd name="T50" fmla="*/ 13 w 530"/>
                      <a:gd name="T51" fmla="*/ 0 h 371"/>
                      <a:gd name="T52" fmla="*/ 11 w 530"/>
                      <a:gd name="T53" fmla="*/ 0 h 371"/>
                      <a:gd name="T54" fmla="*/ 9 w 530"/>
                      <a:gd name="T55" fmla="*/ 0 h 371"/>
                      <a:gd name="T56" fmla="*/ 7 w 530"/>
                      <a:gd name="T57" fmla="*/ 1 h 371"/>
                      <a:gd name="T58" fmla="*/ 5 w 530"/>
                      <a:gd name="T59" fmla="*/ 2 h 371"/>
                      <a:gd name="T60" fmla="*/ 4 w 530"/>
                      <a:gd name="T61" fmla="*/ 3 h 371"/>
                      <a:gd name="T62" fmla="*/ 3 w 530"/>
                      <a:gd name="T63" fmla="*/ 5 h 371"/>
                      <a:gd name="T64" fmla="*/ 3 w 530"/>
                      <a:gd name="T65" fmla="*/ 6 h 371"/>
                      <a:gd name="T66" fmla="*/ 2 w 530"/>
                      <a:gd name="T67" fmla="*/ 9 h 371"/>
                      <a:gd name="T68" fmla="*/ 2 w 530"/>
                      <a:gd name="T69" fmla="*/ 11 h 371"/>
                      <a:gd name="T70" fmla="*/ 2 w 530"/>
                      <a:gd name="T71" fmla="*/ 12 h 371"/>
                      <a:gd name="T72" fmla="*/ 2 w 530"/>
                      <a:gd name="T73" fmla="*/ 360 h 371"/>
                      <a:gd name="T74" fmla="*/ 2 w 530"/>
                      <a:gd name="T75" fmla="*/ 361 h 371"/>
                      <a:gd name="T76" fmla="*/ 2 w 530"/>
                      <a:gd name="T77" fmla="*/ 364 h 371"/>
                      <a:gd name="T78" fmla="*/ 25 w 530"/>
                      <a:gd name="T79" fmla="*/ 36 h 371"/>
                      <a:gd name="T80" fmla="*/ 204 w 530"/>
                      <a:gd name="T81" fmla="*/ 159 h 371"/>
                      <a:gd name="T82" fmla="*/ 25 w 530"/>
                      <a:gd name="T83" fmla="*/ 330 h 371"/>
                      <a:gd name="T84" fmla="*/ 25 w 530"/>
                      <a:gd name="T85" fmla="*/ 36 h 371"/>
                      <a:gd name="T86" fmla="*/ 505 w 530"/>
                      <a:gd name="T87" fmla="*/ 328 h 371"/>
                      <a:gd name="T88" fmla="*/ 334 w 530"/>
                      <a:gd name="T89" fmla="*/ 153 h 371"/>
                      <a:gd name="T90" fmla="*/ 505 w 530"/>
                      <a:gd name="T91" fmla="*/ 36 h 371"/>
                      <a:gd name="T92" fmla="*/ 505 w 530"/>
                      <a:gd name="T93" fmla="*/ 328 h 371"/>
                      <a:gd name="T94" fmla="*/ 258 w 530"/>
                      <a:gd name="T95" fmla="*/ 196 h 371"/>
                      <a:gd name="T96" fmla="*/ 265 w 530"/>
                      <a:gd name="T97" fmla="*/ 199 h 371"/>
                      <a:gd name="T98" fmla="*/ 268 w 530"/>
                      <a:gd name="T99" fmla="*/ 197 h 371"/>
                      <a:gd name="T100" fmla="*/ 270 w 530"/>
                      <a:gd name="T101" fmla="*/ 197 h 371"/>
                      <a:gd name="T102" fmla="*/ 272 w 530"/>
                      <a:gd name="T103" fmla="*/ 197 h 371"/>
                      <a:gd name="T104" fmla="*/ 274 w 530"/>
                      <a:gd name="T105" fmla="*/ 196 h 371"/>
                      <a:gd name="T106" fmla="*/ 314 w 530"/>
                      <a:gd name="T107" fmla="*/ 169 h 371"/>
                      <a:gd name="T108" fmla="*/ 489 w 530"/>
                      <a:gd name="T109" fmla="*/ 347 h 371"/>
                      <a:gd name="T110" fmla="*/ 44 w 530"/>
                      <a:gd name="T111" fmla="*/ 347 h 371"/>
                      <a:gd name="T112" fmla="*/ 225 w 530"/>
                      <a:gd name="T113" fmla="*/ 174 h 371"/>
                      <a:gd name="T114" fmla="*/ 258 w 530"/>
                      <a:gd name="T115" fmla="*/ 196 h 371"/>
                      <a:gd name="T116" fmla="*/ 265 w 530"/>
                      <a:gd name="T117" fmla="*/ 171 h 371"/>
                      <a:gd name="T118" fmla="*/ 53 w 530"/>
                      <a:gd name="T119" fmla="*/ 25 h 371"/>
                      <a:gd name="T120" fmla="*/ 478 w 530"/>
                      <a:gd name="T121" fmla="*/ 25 h 371"/>
                      <a:gd name="T122" fmla="*/ 265 w 530"/>
                      <a:gd name="T123" fmla="*/ 171 h 37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  <a:cxn ang="0">
                        <a:pos x="T84" y="T85"/>
                      </a:cxn>
                      <a:cxn ang="0">
                        <a:pos x="T86" y="T87"/>
                      </a:cxn>
                      <a:cxn ang="0">
                        <a:pos x="T88" y="T89"/>
                      </a:cxn>
                      <a:cxn ang="0">
                        <a:pos x="T90" y="T91"/>
                      </a:cxn>
                      <a:cxn ang="0">
                        <a:pos x="T92" y="T93"/>
                      </a:cxn>
                      <a:cxn ang="0">
                        <a:pos x="T94" y="T95"/>
                      </a:cxn>
                      <a:cxn ang="0">
                        <a:pos x="T96" y="T97"/>
                      </a:cxn>
                      <a:cxn ang="0">
                        <a:pos x="T98" y="T99"/>
                      </a:cxn>
                      <a:cxn ang="0">
                        <a:pos x="T100" y="T101"/>
                      </a:cxn>
                      <a:cxn ang="0">
                        <a:pos x="T102" y="T103"/>
                      </a:cxn>
                      <a:cxn ang="0">
                        <a:pos x="T104" y="T105"/>
                      </a:cxn>
                      <a:cxn ang="0">
                        <a:pos x="T106" y="T107"/>
                      </a:cxn>
                      <a:cxn ang="0">
                        <a:pos x="T108" y="T109"/>
                      </a:cxn>
                      <a:cxn ang="0">
                        <a:pos x="T110" y="T111"/>
                      </a:cxn>
                      <a:cxn ang="0">
                        <a:pos x="T112" y="T113"/>
                      </a:cxn>
                      <a:cxn ang="0">
                        <a:pos x="T114" y="T115"/>
                      </a:cxn>
                      <a:cxn ang="0">
                        <a:pos x="T116" y="T117"/>
                      </a:cxn>
                      <a:cxn ang="0">
                        <a:pos x="T118" y="T119"/>
                      </a:cxn>
                      <a:cxn ang="0">
                        <a:pos x="T120" y="T121"/>
                      </a:cxn>
                      <a:cxn ang="0">
                        <a:pos x="T122" y="T123"/>
                      </a:cxn>
                    </a:cxnLst>
                    <a:rect l="0" t="0" r="r" b="b"/>
                    <a:pathLst>
                      <a:path w="530" h="371">
                        <a:moveTo>
                          <a:pt x="2" y="364"/>
                        </a:moveTo>
                        <a:cubicBezTo>
                          <a:pt x="2" y="365"/>
                          <a:pt x="3" y="365"/>
                          <a:pt x="3" y="366"/>
                        </a:cubicBezTo>
                        <a:cubicBezTo>
                          <a:pt x="3" y="366"/>
                          <a:pt x="3" y="367"/>
                          <a:pt x="4" y="367"/>
                        </a:cubicBezTo>
                        <a:lnTo>
                          <a:pt x="4" y="367"/>
                        </a:lnTo>
                        <a:cubicBezTo>
                          <a:pt x="5" y="369"/>
                          <a:pt x="7" y="370"/>
                          <a:pt x="8" y="370"/>
                        </a:cubicBezTo>
                        <a:cubicBezTo>
                          <a:pt x="9" y="371"/>
                          <a:pt x="12" y="371"/>
                          <a:pt x="13" y="371"/>
                        </a:cubicBezTo>
                        <a:lnTo>
                          <a:pt x="518" y="371"/>
                        </a:lnTo>
                        <a:cubicBezTo>
                          <a:pt x="519" y="371"/>
                          <a:pt x="521" y="371"/>
                          <a:pt x="523" y="370"/>
                        </a:cubicBezTo>
                        <a:cubicBezTo>
                          <a:pt x="524" y="370"/>
                          <a:pt x="524" y="369"/>
                          <a:pt x="525" y="369"/>
                        </a:cubicBezTo>
                        <a:cubicBezTo>
                          <a:pt x="525" y="369"/>
                          <a:pt x="527" y="369"/>
                          <a:pt x="527" y="367"/>
                        </a:cubicBezTo>
                        <a:lnTo>
                          <a:pt x="527" y="367"/>
                        </a:lnTo>
                        <a:cubicBezTo>
                          <a:pt x="528" y="366"/>
                          <a:pt x="529" y="365"/>
                          <a:pt x="529" y="364"/>
                        </a:cubicBezTo>
                        <a:cubicBezTo>
                          <a:pt x="530" y="362"/>
                          <a:pt x="530" y="360"/>
                          <a:pt x="530" y="359"/>
                        </a:cubicBezTo>
                        <a:lnTo>
                          <a:pt x="530" y="359"/>
                        </a:lnTo>
                        <a:lnTo>
                          <a:pt x="530" y="12"/>
                        </a:lnTo>
                        <a:lnTo>
                          <a:pt x="530" y="11"/>
                        </a:lnTo>
                        <a:lnTo>
                          <a:pt x="530" y="8"/>
                        </a:lnTo>
                        <a:cubicBezTo>
                          <a:pt x="530" y="7"/>
                          <a:pt x="530" y="7"/>
                          <a:pt x="529" y="6"/>
                        </a:cubicBezTo>
                        <a:lnTo>
                          <a:pt x="529" y="5"/>
                        </a:lnTo>
                        <a:lnTo>
                          <a:pt x="528" y="3"/>
                        </a:lnTo>
                        <a:cubicBezTo>
                          <a:pt x="528" y="2"/>
                          <a:pt x="527" y="2"/>
                          <a:pt x="527" y="2"/>
                        </a:cubicBezTo>
                        <a:cubicBezTo>
                          <a:pt x="527" y="2"/>
                          <a:pt x="525" y="1"/>
                          <a:pt x="524" y="1"/>
                        </a:cubicBezTo>
                        <a:cubicBezTo>
                          <a:pt x="523" y="1"/>
                          <a:pt x="523" y="0"/>
                          <a:pt x="522" y="0"/>
                        </a:cubicBezTo>
                        <a:lnTo>
                          <a:pt x="519" y="0"/>
                        </a:lnTo>
                        <a:lnTo>
                          <a:pt x="518" y="0"/>
                        </a:lnTo>
                        <a:lnTo>
                          <a:pt x="13" y="0"/>
                        </a:lnTo>
                        <a:lnTo>
                          <a:pt x="11" y="0"/>
                        </a:lnTo>
                        <a:lnTo>
                          <a:pt x="9" y="0"/>
                        </a:lnTo>
                        <a:cubicBezTo>
                          <a:pt x="8" y="0"/>
                          <a:pt x="8" y="0"/>
                          <a:pt x="7" y="1"/>
                        </a:cubicBezTo>
                        <a:cubicBezTo>
                          <a:pt x="5" y="1"/>
                          <a:pt x="5" y="2"/>
                          <a:pt x="5" y="2"/>
                        </a:cubicBezTo>
                        <a:cubicBezTo>
                          <a:pt x="4" y="2"/>
                          <a:pt x="4" y="3"/>
                          <a:pt x="4" y="3"/>
                        </a:cubicBezTo>
                        <a:lnTo>
                          <a:pt x="3" y="5"/>
                        </a:lnTo>
                        <a:lnTo>
                          <a:pt x="3" y="6"/>
                        </a:lnTo>
                        <a:cubicBezTo>
                          <a:pt x="2" y="7"/>
                          <a:pt x="2" y="9"/>
                          <a:pt x="2" y="9"/>
                        </a:cubicBezTo>
                        <a:lnTo>
                          <a:pt x="2" y="11"/>
                        </a:lnTo>
                        <a:lnTo>
                          <a:pt x="2" y="12"/>
                        </a:lnTo>
                        <a:lnTo>
                          <a:pt x="2" y="360"/>
                        </a:lnTo>
                        <a:lnTo>
                          <a:pt x="2" y="361"/>
                        </a:lnTo>
                        <a:cubicBezTo>
                          <a:pt x="0" y="362"/>
                          <a:pt x="0" y="364"/>
                          <a:pt x="2" y="364"/>
                        </a:cubicBezTo>
                        <a:close/>
                        <a:moveTo>
                          <a:pt x="25" y="36"/>
                        </a:moveTo>
                        <a:lnTo>
                          <a:pt x="204" y="159"/>
                        </a:lnTo>
                        <a:lnTo>
                          <a:pt x="25" y="330"/>
                        </a:lnTo>
                        <a:lnTo>
                          <a:pt x="25" y="36"/>
                        </a:lnTo>
                        <a:close/>
                        <a:moveTo>
                          <a:pt x="505" y="328"/>
                        </a:moveTo>
                        <a:lnTo>
                          <a:pt x="334" y="153"/>
                        </a:lnTo>
                        <a:lnTo>
                          <a:pt x="505" y="36"/>
                        </a:lnTo>
                        <a:lnTo>
                          <a:pt x="505" y="328"/>
                        </a:lnTo>
                        <a:close/>
                        <a:moveTo>
                          <a:pt x="258" y="196"/>
                        </a:moveTo>
                        <a:cubicBezTo>
                          <a:pt x="260" y="197"/>
                          <a:pt x="263" y="199"/>
                          <a:pt x="265" y="199"/>
                        </a:cubicBezTo>
                        <a:cubicBezTo>
                          <a:pt x="267" y="199"/>
                          <a:pt x="268" y="199"/>
                          <a:pt x="268" y="197"/>
                        </a:cubicBezTo>
                        <a:lnTo>
                          <a:pt x="270" y="197"/>
                        </a:lnTo>
                        <a:lnTo>
                          <a:pt x="272" y="197"/>
                        </a:lnTo>
                        <a:cubicBezTo>
                          <a:pt x="273" y="197"/>
                          <a:pt x="273" y="197"/>
                          <a:pt x="274" y="196"/>
                        </a:cubicBezTo>
                        <a:lnTo>
                          <a:pt x="314" y="169"/>
                        </a:lnTo>
                        <a:lnTo>
                          <a:pt x="489" y="347"/>
                        </a:lnTo>
                        <a:lnTo>
                          <a:pt x="44" y="347"/>
                        </a:lnTo>
                        <a:lnTo>
                          <a:pt x="225" y="174"/>
                        </a:lnTo>
                        <a:lnTo>
                          <a:pt x="258" y="196"/>
                        </a:lnTo>
                        <a:close/>
                        <a:moveTo>
                          <a:pt x="265" y="171"/>
                        </a:moveTo>
                        <a:lnTo>
                          <a:pt x="53" y="25"/>
                        </a:lnTo>
                        <a:lnTo>
                          <a:pt x="478" y="25"/>
                        </a:lnTo>
                        <a:lnTo>
                          <a:pt x="265" y="171"/>
                        </a:lnTo>
                        <a:close/>
                      </a:path>
                    </a:pathLst>
                  </a:custGeom>
                  <a:grpFill/>
                  <a:ln w="0">
                    <a:solidFill>
                      <a:schemeClr val="bg1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ctr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IN" sz="200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p:grpSp>
            <p:grpSp>
              <p:nvGrpSpPr>
                <p:cNvPr id="39" name="Group 38">
                  <a:extLst>
                    <a:ext uri="{FF2B5EF4-FFF2-40B4-BE49-F238E27FC236}">
                      <a16:creationId xmlns:a16="http://schemas.microsoft.com/office/drawing/2014/main" id="{9CB76929-6839-7E75-7831-6ECAFBAFA6D0}"/>
                    </a:ext>
                  </a:extLst>
                </p:cNvPr>
                <p:cNvGrpSpPr/>
                <p:nvPr/>
              </p:nvGrpSpPr>
              <p:grpSpPr>
                <a:xfrm>
                  <a:off x="3075086" y="4285196"/>
                  <a:ext cx="255108" cy="189096"/>
                  <a:chOff x="3346450" y="704850"/>
                  <a:chExt cx="5478463" cy="4060825"/>
                </a:xfrm>
                <a:solidFill>
                  <a:schemeClr val="bg1"/>
                </a:solidFill>
              </p:grpSpPr>
              <p:sp>
                <p:nvSpPr>
                  <p:cNvPr id="49" name="Freeform 133">
                    <a:extLst>
                      <a:ext uri="{FF2B5EF4-FFF2-40B4-BE49-F238E27FC236}">
                        <a16:creationId xmlns:a16="http://schemas.microsoft.com/office/drawing/2014/main" id="{D22EE273-77F6-5E33-D4AE-092337B32C4D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346450" y="841375"/>
                    <a:ext cx="5235575" cy="3924300"/>
                  </a:xfrm>
                  <a:custGeom>
                    <a:avLst/>
                    <a:gdLst>
                      <a:gd name="T0" fmla="*/ 4724 w 6117"/>
                      <a:gd name="T1" fmla="*/ 1612 h 4594"/>
                      <a:gd name="T2" fmla="*/ 4680 w 6117"/>
                      <a:gd name="T3" fmla="*/ 1652 h 4594"/>
                      <a:gd name="T4" fmla="*/ 4088 w 6117"/>
                      <a:gd name="T5" fmla="*/ 2189 h 4594"/>
                      <a:gd name="T6" fmla="*/ 4037 w 6117"/>
                      <a:gd name="T7" fmla="*/ 2237 h 4594"/>
                      <a:gd name="T8" fmla="*/ 4474 w 6117"/>
                      <a:gd name="T9" fmla="*/ 2673 h 4594"/>
                      <a:gd name="T10" fmla="*/ 5289 w 6117"/>
                      <a:gd name="T11" fmla="*/ 3489 h 4594"/>
                      <a:gd name="T12" fmla="*/ 5211 w 6117"/>
                      <a:gd name="T13" fmla="*/ 3815 h 4594"/>
                      <a:gd name="T14" fmla="*/ 5016 w 6117"/>
                      <a:gd name="T15" fmla="*/ 3755 h 4594"/>
                      <a:gd name="T16" fmla="*/ 4205 w 6117"/>
                      <a:gd name="T17" fmla="*/ 2944 h 4594"/>
                      <a:gd name="T18" fmla="*/ 3755 w 6117"/>
                      <a:gd name="T19" fmla="*/ 2493 h 4594"/>
                      <a:gd name="T20" fmla="*/ 3704 w 6117"/>
                      <a:gd name="T21" fmla="*/ 2539 h 4594"/>
                      <a:gd name="T22" fmla="*/ 3200 w 6117"/>
                      <a:gd name="T23" fmla="*/ 2997 h 4594"/>
                      <a:gd name="T24" fmla="*/ 2918 w 6117"/>
                      <a:gd name="T25" fmla="*/ 2998 h 4594"/>
                      <a:gd name="T26" fmla="*/ 2432 w 6117"/>
                      <a:gd name="T27" fmla="*/ 2557 h 4594"/>
                      <a:gd name="T28" fmla="*/ 2354 w 6117"/>
                      <a:gd name="T29" fmla="*/ 2487 h 4594"/>
                      <a:gd name="T30" fmla="*/ 2314 w 6117"/>
                      <a:gd name="T31" fmla="*/ 2543 h 4594"/>
                      <a:gd name="T32" fmla="*/ 1101 w 6117"/>
                      <a:gd name="T33" fmla="*/ 3756 h 4594"/>
                      <a:gd name="T34" fmla="*/ 771 w 6117"/>
                      <a:gd name="T35" fmla="*/ 3689 h 4594"/>
                      <a:gd name="T36" fmla="*/ 832 w 6117"/>
                      <a:gd name="T37" fmla="*/ 3483 h 4594"/>
                      <a:gd name="T38" fmla="*/ 1805 w 6117"/>
                      <a:gd name="T39" fmla="*/ 2513 h 4594"/>
                      <a:gd name="T40" fmla="*/ 2080 w 6117"/>
                      <a:gd name="T41" fmla="*/ 2239 h 4594"/>
                      <a:gd name="T42" fmla="*/ 1583 w 6117"/>
                      <a:gd name="T43" fmla="*/ 1787 h 4594"/>
                      <a:gd name="T44" fmla="*/ 832 w 6117"/>
                      <a:gd name="T45" fmla="*/ 1104 h 4594"/>
                      <a:gd name="T46" fmla="*/ 769 w 6117"/>
                      <a:gd name="T47" fmla="*/ 910 h 4594"/>
                      <a:gd name="T48" fmla="*/ 904 w 6117"/>
                      <a:gd name="T49" fmla="*/ 773 h 4594"/>
                      <a:gd name="T50" fmla="*/ 1095 w 6117"/>
                      <a:gd name="T51" fmla="*/ 827 h 4594"/>
                      <a:gd name="T52" fmla="*/ 2147 w 6117"/>
                      <a:gd name="T53" fmla="*/ 1781 h 4594"/>
                      <a:gd name="T54" fmla="*/ 3058 w 6117"/>
                      <a:gd name="T55" fmla="*/ 2608 h 4594"/>
                      <a:gd name="T56" fmla="*/ 3106 w 6117"/>
                      <a:gd name="T57" fmla="*/ 2566 h 4594"/>
                      <a:gd name="T58" fmla="*/ 4481 w 6117"/>
                      <a:gd name="T59" fmla="*/ 1316 h 4594"/>
                      <a:gd name="T60" fmla="*/ 4500 w 6117"/>
                      <a:gd name="T61" fmla="*/ 1 h 4594"/>
                      <a:gd name="T62" fmla="*/ 754 w 6117"/>
                      <a:gd name="T63" fmla="*/ 1 h 4594"/>
                      <a:gd name="T64" fmla="*/ 12 w 6117"/>
                      <a:gd name="T65" fmla="*/ 631 h 4594"/>
                      <a:gd name="T66" fmla="*/ 0 w 6117"/>
                      <a:gd name="T67" fmla="*/ 670 h 4594"/>
                      <a:gd name="T68" fmla="*/ 0 w 6117"/>
                      <a:gd name="T69" fmla="*/ 3920 h 4594"/>
                      <a:gd name="T70" fmla="*/ 30 w 6117"/>
                      <a:gd name="T71" fmla="*/ 4033 h 4594"/>
                      <a:gd name="T72" fmla="*/ 772 w 6117"/>
                      <a:gd name="T73" fmla="*/ 4588 h 4594"/>
                      <a:gd name="T74" fmla="*/ 5064 w 6117"/>
                      <a:gd name="T75" fmla="*/ 4588 h 4594"/>
                      <a:gd name="T76" fmla="*/ 5516 w 6117"/>
                      <a:gd name="T77" fmla="*/ 4567 h 4594"/>
                      <a:gd name="T78" fmla="*/ 6107 w 6117"/>
                      <a:gd name="T79" fmla="*/ 3946 h 4594"/>
                      <a:gd name="T80" fmla="*/ 6117 w 6117"/>
                      <a:gd name="T81" fmla="*/ 3920 h 4594"/>
                      <a:gd name="T82" fmla="*/ 6117 w 6117"/>
                      <a:gd name="T83" fmla="*/ 1808 h 4594"/>
                      <a:gd name="T84" fmla="*/ 4724 w 6117"/>
                      <a:gd name="T85" fmla="*/ 1612 h 459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  <a:cxn ang="0">
                        <a:pos x="T84" y="T85"/>
                      </a:cxn>
                    </a:cxnLst>
                    <a:rect l="0" t="0" r="r" b="b"/>
                    <a:pathLst>
                      <a:path w="6117" h="4594">
                        <a:moveTo>
                          <a:pt x="4724" y="1612"/>
                        </a:moveTo>
                        <a:lnTo>
                          <a:pt x="4680" y="1652"/>
                        </a:lnTo>
                        <a:lnTo>
                          <a:pt x="4088" y="2189"/>
                        </a:lnTo>
                        <a:cubicBezTo>
                          <a:pt x="4072" y="2204"/>
                          <a:pt x="4056" y="2219"/>
                          <a:pt x="4037" y="2237"/>
                        </a:cubicBezTo>
                        <a:cubicBezTo>
                          <a:pt x="4184" y="2384"/>
                          <a:pt x="4330" y="2528"/>
                          <a:pt x="4474" y="2673"/>
                        </a:cubicBezTo>
                        <a:cubicBezTo>
                          <a:pt x="4747" y="2944"/>
                          <a:pt x="5018" y="3216"/>
                          <a:pt x="5289" y="3489"/>
                        </a:cubicBezTo>
                        <a:cubicBezTo>
                          <a:pt x="5402" y="3602"/>
                          <a:pt x="5359" y="3775"/>
                          <a:pt x="5211" y="3815"/>
                        </a:cubicBezTo>
                        <a:cubicBezTo>
                          <a:pt x="5134" y="3836"/>
                          <a:pt x="5071" y="3810"/>
                          <a:pt x="5016" y="3755"/>
                        </a:cubicBezTo>
                        <a:lnTo>
                          <a:pt x="4205" y="2944"/>
                        </a:lnTo>
                        <a:cubicBezTo>
                          <a:pt x="4056" y="2795"/>
                          <a:pt x="3908" y="2646"/>
                          <a:pt x="3755" y="2493"/>
                        </a:cubicBezTo>
                        <a:cubicBezTo>
                          <a:pt x="3736" y="2510"/>
                          <a:pt x="3719" y="2524"/>
                          <a:pt x="3704" y="2539"/>
                        </a:cubicBezTo>
                        <a:cubicBezTo>
                          <a:pt x="3536" y="2692"/>
                          <a:pt x="3368" y="2845"/>
                          <a:pt x="3200" y="2997"/>
                        </a:cubicBezTo>
                        <a:cubicBezTo>
                          <a:pt x="3107" y="3081"/>
                          <a:pt x="3011" y="3082"/>
                          <a:pt x="2918" y="2998"/>
                        </a:cubicBezTo>
                        <a:lnTo>
                          <a:pt x="2432" y="2557"/>
                        </a:lnTo>
                        <a:cubicBezTo>
                          <a:pt x="2410" y="2537"/>
                          <a:pt x="2388" y="2518"/>
                          <a:pt x="2354" y="2487"/>
                        </a:cubicBezTo>
                        <a:cubicBezTo>
                          <a:pt x="2342" y="2507"/>
                          <a:pt x="2329" y="2526"/>
                          <a:pt x="2314" y="2543"/>
                        </a:cubicBezTo>
                        <a:cubicBezTo>
                          <a:pt x="1910" y="2948"/>
                          <a:pt x="1506" y="3353"/>
                          <a:pt x="1101" y="3756"/>
                        </a:cubicBezTo>
                        <a:cubicBezTo>
                          <a:pt x="987" y="3870"/>
                          <a:pt x="816" y="3835"/>
                          <a:pt x="771" y="3689"/>
                        </a:cubicBezTo>
                        <a:cubicBezTo>
                          <a:pt x="746" y="3608"/>
                          <a:pt x="774" y="3542"/>
                          <a:pt x="832" y="3483"/>
                        </a:cubicBezTo>
                        <a:lnTo>
                          <a:pt x="1805" y="2513"/>
                        </a:lnTo>
                        <a:cubicBezTo>
                          <a:pt x="1895" y="2422"/>
                          <a:pt x="1986" y="2333"/>
                          <a:pt x="2080" y="2239"/>
                        </a:cubicBezTo>
                        <a:lnTo>
                          <a:pt x="1583" y="1787"/>
                        </a:lnTo>
                        <a:cubicBezTo>
                          <a:pt x="1333" y="1559"/>
                          <a:pt x="1083" y="1331"/>
                          <a:pt x="832" y="1104"/>
                        </a:cubicBezTo>
                        <a:cubicBezTo>
                          <a:pt x="775" y="1051"/>
                          <a:pt x="750" y="987"/>
                          <a:pt x="769" y="910"/>
                        </a:cubicBezTo>
                        <a:cubicBezTo>
                          <a:pt x="784" y="842"/>
                          <a:pt x="836" y="789"/>
                          <a:pt x="904" y="773"/>
                        </a:cubicBezTo>
                        <a:cubicBezTo>
                          <a:pt x="978" y="752"/>
                          <a:pt x="1040" y="776"/>
                          <a:pt x="1095" y="827"/>
                        </a:cubicBezTo>
                        <a:cubicBezTo>
                          <a:pt x="1446" y="1145"/>
                          <a:pt x="1796" y="1463"/>
                          <a:pt x="2147" y="1781"/>
                        </a:cubicBezTo>
                        <a:lnTo>
                          <a:pt x="3058" y="2608"/>
                        </a:lnTo>
                        <a:cubicBezTo>
                          <a:pt x="3075" y="2593"/>
                          <a:pt x="3091" y="2580"/>
                          <a:pt x="3106" y="2566"/>
                        </a:cubicBezTo>
                        <a:lnTo>
                          <a:pt x="4481" y="1316"/>
                        </a:lnTo>
                        <a:cubicBezTo>
                          <a:pt x="4240" y="909"/>
                          <a:pt x="4247" y="401"/>
                          <a:pt x="4500" y="1"/>
                        </a:cubicBezTo>
                        <a:cubicBezTo>
                          <a:pt x="3251" y="0"/>
                          <a:pt x="2003" y="0"/>
                          <a:pt x="754" y="1"/>
                        </a:cubicBezTo>
                        <a:cubicBezTo>
                          <a:pt x="388" y="2"/>
                          <a:pt x="75" y="271"/>
                          <a:pt x="12" y="631"/>
                        </a:cubicBezTo>
                        <a:cubicBezTo>
                          <a:pt x="9" y="644"/>
                          <a:pt x="5" y="657"/>
                          <a:pt x="0" y="670"/>
                        </a:cubicBezTo>
                        <a:lnTo>
                          <a:pt x="0" y="3920"/>
                        </a:lnTo>
                        <a:cubicBezTo>
                          <a:pt x="10" y="3958"/>
                          <a:pt x="19" y="3996"/>
                          <a:pt x="30" y="4033"/>
                        </a:cubicBezTo>
                        <a:cubicBezTo>
                          <a:pt x="125" y="4365"/>
                          <a:pt x="421" y="4588"/>
                          <a:pt x="772" y="4588"/>
                        </a:cubicBezTo>
                        <a:cubicBezTo>
                          <a:pt x="2203" y="4589"/>
                          <a:pt x="3634" y="4589"/>
                          <a:pt x="5064" y="4588"/>
                        </a:cubicBezTo>
                        <a:cubicBezTo>
                          <a:pt x="5215" y="4588"/>
                          <a:pt x="5369" y="4594"/>
                          <a:pt x="5516" y="4567"/>
                        </a:cubicBezTo>
                        <a:cubicBezTo>
                          <a:pt x="5829" y="4507"/>
                          <a:pt x="6050" y="4264"/>
                          <a:pt x="6107" y="3946"/>
                        </a:cubicBezTo>
                        <a:cubicBezTo>
                          <a:pt x="6109" y="3937"/>
                          <a:pt x="6113" y="3928"/>
                          <a:pt x="6117" y="3920"/>
                        </a:cubicBezTo>
                        <a:lnTo>
                          <a:pt x="6117" y="1808"/>
                        </a:lnTo>
                        <a:cubicBezTo>
                          <a:pt x="5656" y="2032"/>
                          <a:pt x="5105" y="1954"/>
                          <a:pt x="4724" y="1612"/>
                        </a:cubicBezTo>
                        <a:close/>
                      </a:path>
                    </a:pathLst>
                  </a:custGeom>
                  <a:grpFill/>
                  <a:ln w="0">
                    <a:noFill/>
                    <a:prstDash val="solid"/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ctr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IN" sz="200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50" name="Freeform 134">
                    <a:extLst>
                      <a:ext uri="{FF2B5EF4-FFF2-40B4-BE49-F238E27FC236}">
                        <a16:creationId xmlns:a16="http://schemas.microsoft.com/office/drawing/2014/main" id="{BC6B5B66-3AAA-9327-C467-310315304DD9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7340600" y="704850"/>
                    <a:ext cx="1484313" cy="1479550"/>
                  </a:xfrm>
                  <a:custGeom>
                    <a:avLst/>
                    <a:gdLst>
                      <a:gd name="T0" fmla="*/ 900 w 1733"/>
                      <a:gd name="T1" fmla="*/ 0 h 1732"/>
                      <a:gd name="T2" fmla="*/ 129 w 1733"/>
                      <a:gd name="T3" fmla="*/ 514 h 1732"/>
                      <a:gd name="T4" fmla="*/ 310 w 1733"/>
                      <a:gd name="T5" fmla="*/ 1422 h 1732"/>
                      <a:gd name="T6" fmla="*/ 1218 w 1733"/>
                      <a:gd name="T7" fmla="*/ 1603 h 1732"/>
                      <a:gd name="T8" fmla="*/ 1733 w 1733"/>
                      <a:gd name="T9" fmla="*/ 833 h 1732"/>
                      <a:gd name="T10" fmla="*/ 900 w 1733"/>
                      <a:gd name="T11" fmla="*/ 0 h 1732"/>
                      <a:gd name="T12" fmla="*/ 1175 w 1733"/>
                      <a:gd name="T13" fmla="*/ 982 h 1732"/>
                      <a:gd name="T14" fmla="*/ 1007 w 1733"/>
                      <a:gd name="T15" fmla="*/ 815 h 1732"/>
                      <a:gd name="T16" fmla="*/ 1007 w 1733"/>
                      <a:gd name="T17" fmla="*/ 823 h 1732"/>
                      <a:gd name="T18" fmla="*/ 1007 w 1733"/>
                      <a:gd name="T19" fmla="*/ 1256 h 1732"/>
                      <a:gd name="T20" fmla="*/ 1007 w 1733"/>
                      <a:gd name="T21" fmla="*/ 1261 h 1732"/>
                      <a:gd name="T22" fmla="*/ 792 w 1733"/>
                      <a:gd name="T23" fmla="*/ 1261 h 1732"/>
                      <a:gd name="T24" fmla="*/ 792 w 1733"/>
                      <a:gd name="T25" fmla="*/ 1251 h 1732"/>
                      <a:gd name="T26" fmla="*/ 792 w 1733"/>
                      <a:gd name="T27" fmla="*/ 826 h 1732"/>
                      <a:gd name="T28" fmla="*/ 792 w 1733"/>
                      <a:gd name="T29" fmla="*/ 815 h 1732"/>
                      <a:gd name="T30" fmla="*/ 624 w 1733"/>
                      <a:gd name="T31" fmla="*/ 983 h 1732"/>
                      <a:gd name="T32" fmla="*/ 474 w 1733"/>
                      <a:gd name="T33" fmla="*/ 832 h 1732"/>
                      <a:gd name="T34" fmla="*/ 899 w 1733"/>
                      <a:gd name="T35" fmla="*/ 405 h 1732"/>
                      <a:gd name="T36" fmla="*/ 1325 w 1733"/>
                      <a:gd name="T37" fmla="*/ 832 h 1732"/>
                      <a:gd name="T38" fmla="*/ 1175 w 1733"/>
                      <a:gd name="T39" fmla="*/ 982 h 173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</a:cxnLst>
                    <a:rect l="0" t="0" r="r" b="b"/>
                    <a:pathLst>
                      <a:path w="1733" h="1732">
                        <a:moveTo>
                          <a:pt x="900" y="0"/>
                        </a:moveTo>
                        <a:cubicBezTo>
                          <a:pt x="562" y="0"/>
                          <a:pt x="258" y="203"/>
                          <a:pt x="129" y="514"/>
                        </a:cubicBezTo>
                        <a:cubicBezTo>
                          <a:pt x="0" y="826"/>
                          <a:pt x="72" y="1184"/>
                          <a:pt x="310" y="1422"/>
                        </a:cubicBezTo>
                        <a:cubicBezTo>
                          <a:pt x="548" y="1661"/>
                          <a:pt x="907" y="1732"/>
                          <a:pt x="1218" y="1603"/>
                        </a:cubicBezTo>
                        <a:cubicBezTo>
                          <a:pt x="1530" y="1474"/>
                          <a:pt x="1733" y="1170"/>
                          <a:pt x="1733" y="833"/>
                        </a:cubicBezTo>
                        <a:cubicBezTo>
                          <a:pt x="1733" y="373"/>
                          <a:pt x="1360" y="0"/>
                          <a:pt x="900" y="0"/>
                        </a:cubicBezTo>
                        <a:close/>
                        <a:moveTo>
                          <a:pt x="1175" y="982"/>
                        </a:moveTo>
                        <a:lnTo>
                          <a:pt x="1007" y="815"/>
                        </a:lnTo>
                        <a:lnTo>
                          <a:pt x="1007" y="823"/>
                        </a:lnTo>
                        <a:lnTo>
                          <a:pt x="1007" y="1256"/>
                        </a:lnTo>
                        <a:lnTo>
                          <a:pt x="1007" y="1261"/>
                        </a:lnTo>
                        <a:lnTo>
                          <a:pt x="792" y="1261"/>
                        </a:lnTo>
                        <a:lnTo>
                          <a:pt x="792" y="1251"/>
                        </a:lnTo>
                        <a:lnTo>
                          <a:pt x="792" y="826"/>
                        </a:lnTo>
                        <a:lnTo>
                          <a:pt x="792" y="815"/>
                        </a:lnTo>
                        <a:lnTo>
                          <a:pt x="624" y="983"/>
                        </a:lnTo>
                        <a:lnTo>
                          <a:pt x="474" y="832"/>
                        </a:lnTo>
                        <a:lnTo>
                          <a:pt x="899" y="405"/>
                        </a:lnTo>
                        <a:lnTo>
                          <a:pt x="1325" y="832"/>
                        </a:lnTo>
                        <a:lnTo>
                          <a:pt x="1175" y="982"/>
                        </a:lnTo>
                        <a:close/>
                      </a:path>
                    </a:pathLst>
                  </a:custGeom>
                  <a:grpFill/>
                  <a:ln w="0">
                    <a:noFill/>
                    <a:prstDash val="solid"/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ctr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IN" sz="200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p:grpSp>
            <p:grpSp>
              <p:nvGrpSpPr>
                <p:cNvPr id="40" name="Group 39">
                  <a:extLst>
                    <a:ext uri="{FF2B5EF4-FFF2-40B4-BE49-F238E27FC236}">
                      <a16:creationId xmlns:a16="http://schemas.microsoft.com/office/drawing/2014/main" id="{1C3A5238-E8C7-7668-059E-9800F5C7C017}"/>
                    </a:ext>
                  </a:extLst>
                </p:cNvPr>
                <p:cNvGrpSpPr/>
                <p:nvPr/>
              </p:nvGrpSpPr>
              <p:grpSpPr>
                <a:xfrm>
                  <a:off x="2110877" y="5166091"/>
                  <a:ext cx="205788" cy="27276"/>
                  <a:chOff x="5127625" y="1862138"/>
                  <a:chExt cx="3078163" cy="407988"/>
                </a:xfrm>
                <a:solidFill>
                  <a:schemeClr val="bg1"/>
                </a:solidFill>
              </p:grpSpPr>
              <p:sp>
                <p:nvSpPr>
                  <p:cNvPr id="47" name="Oval 177">
                    <a:extLst>
                      <a:ext uri="{FF2B5EF4-FFF2-40B4-BE49-F238E27FC236}">
                        <a16:creationId xmlns:a16="http://schemas.microsoft.com/office/drawing/2014/main" id="{650E661A-9202-01A8-44ED-3E1D7071DD7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127625" y="1862138"/>
                    <a:ext cx="409575" cy="407988"/>
                  </a:xfrm>
                  <a:prstGeom prst="ellipse">
                    <a:avLst/>
                  </a:prstGeom>
                  <a:grpFill/>
                  <a:ln w="0">
                    <a:noFill/>
                    <a:prstDash val="solid"/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ctr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IN" sz="200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48" name="Oval 179">
                    <a:extLst>
                      <a:ext uri="{FF2B5EF4-FFF2-40B4-BE49-F238E27FC236}">
                        <a16:creationId xmlns:a16="http://schemas.microsoft.com/office/drawing/2014/main" id="{373660D7-C9E6-4533-DDB7-6C7A30E3CBE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7794625" y="1862138"/>
                    <a:ext cx="411163" cy="407988"/>
                  </a:xfrm>
                  <a:prstGeom prst="ellipse">
                    <a:avLst/>
                  </a:prstGeom>
                  <a:grpFill/>
                  <a:ln w="0">
                    <a:noFill/>
                    <a:prstDash val="solid"/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ctr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IN" sz="200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p:grpSp>
            <p:grpSp>
              <p:nvGrpSpPr>
                <p:cNvPr id="41" name="Group 40">
                  <a:extLst>
                    <a:ext uri="{FF2B5EF4-FFF2-40B4-BE49-F238E27FC236}">
                      <a16:creationId xmlns:a16="http://schemas.microsoft.com/office/drawing/2014/main" id="{7E8AD6D0-CFD3-7658-00E3-DE71EEA7B2DF}"/>
                    </a:ext>
                  </a:extLst>
                </p:cNvPr>
                <p:cNvGrpSpPr/>
                <p:nvPr/>
              </p:nvGrpSpPr>
              <p:grpSpPr>
                <a:xfrm>
                  <a:off x="3157375" y="3575195"/>
                  <a:ext cx="322562" cy="341880"/>
                  <a:chOff x="2923803" y="1273714"/>
                  <a:chExt cx="3413331" cy="3617758"/>
                </a:xfrm>
                <a:solidFill>
                  <a:schemeClr val="bg1"/>
                </a:solidFill>
              </p:grpSpPr>
              <p:sp>
                <p:nvSpPr>
                  <p:cNvPr id="42" name="Rounded Rectangle 105">
                    <a:extLst>
                      <a:ext uri="{FF2B5EF4-FFF2-40B4-BE49-F238E27FC236}">
                        <a16:creationId xmlns:a16="http://schemas.microsoft.com/office/drawing/2014/main" id="{E8ECFC9F-8498-F37B-FF45-70C94F47DF3C}"/>
                      </a:ext>
                    </a:extLst>
                  </p:cNvPr>
                  <p:cNvSpPr/>
                  <p:nvPr/>
                </p:nvSpPr>
                <p:spPr>
                  <a:xfrm>
                    <a:off x="4039975" y="2587626"/>
                    <a:ext cx="889430" cy="101600"/>
                  </a:xfrm>
                  <a:prstGeom prst="roundRect">
                    <a:avLst>
                      <a:gd name="adj" fmla="val 50000"/>
                    </a:avLst>
                  </a:prstGeom>
                  <a:grpFill/>
                  <a:ln>
                    <a:noFill/>
                  </a:ln>
                  <a:effectLst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sz="200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43" name="Rounded Rectangle 123">
                    <a:extLst>
                      <a:ext uri="{FF2B5EF4-FFF2-40B4-BE49-F238E27FC236}">
                        <a16:creationId xmlns:a16="http://schemas.microsoft.com/office/drawing/2014/main" id="{BA2604D1-6375-1EE1-B4FF-B5293FD2DF03}"/>
                      </a:ext>
                    </a:extLst>
                  </p:cNvPr>
                  <p:cNvSpPr/>
                  <p:nvPr/>
                </p:nvSpPr>
                <p:spPr>
                  <a:xfrm>
                    <a:off x="4039975" y="2957513"/>
                    <a:ext cx="889430" cy="101600"/>
                  </a:xfrm>
                  <a:prstGeom prst="roundRect">
                    <a:avLst>
                      <a:gd name="adj" fmla="val 50000"/>
                    </a:avLst>
                  </a:prstGeom>
                  <a:grpFill/>
                  <a:ln>
                    <a:noFill/>
                  </a:ln>
                  <a:effectLst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sz="200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44" name="Rounded Rectangle 124">
                    <a:extLst>
                      <a:ext uri="{FF2B5EF4-FFF2-40B4-BE49-F238E27FC236}">
                        <a16:creationId xmlns:a16="http://schemas.microsoft.com/office/drawing/2014/main" id="{EA235B5E-4588-4FC0-549F-7337E10C2381}"/>
                      </a:ext>
                    </a:extLst>
                  </p:cNvPr>
                  <p:cNvSpPr/>
                  <p:nvPr/>
                </p:nvSpPr>
                <p:spPr>
                  <a:xfrm>
                    <a:off x="4039975" y="3327400"/>
                    <a:ext cx="889430" cy="101600"/>
                  </a:xfrm>
                  <a:prstGeom prst="roundRect">
                    <a:avLst>
                      <a:gd name="adj" fmla="val 50000"/>
                    </a:avLst>
                  </a:prstGeom>
                  <a:grpFill/>
                  <a:ln>
                    <a:noFill/>
                  </a:ln>
                  <a:effectLst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sz="200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45" name="Freeform 125">
                    <a:extLst>
                      <a:ext uri="{FF2B5EF4-FFF2-40B4-BE49-F238E27FC236}">
                        <a16:creationId xmlns:a16="http://schemas.microsoft.com/office/drawing/2014/main" id="{D0E67E4A-C9C3-3DF6-3651-73874AEA9325}"/>
                      </a:ext>
                    </a:extLst>
                  </p:cNvPr>
                  <p:cNvSpPr/>
                  <p:nvPr/>
                </p:nvSpPr>
                <p:spPr>
                  <a:xfrm rot="13567745">
                    <a:off x="2765751" y="1431766"/>
                    <a:ext cx="3617758" cy="3301653"/>
                  </a:xfrm>
                  <a:custGeom>
                    <a:avLst/>
                    <a:gdLst>
                      <a:gd name="connsiteX0" fmla="*/ 3574880 w 3617758"/>
                      <a:gd name="connsiteY0" fmla="*/ 2147367 h 3301653"/>
                      <a:gd name="connsiteX1" fmla="*/ 2789803 w 3617758"/>
                      <a:gd name="connsiteY1" fmla="*/ 2964011 h 3301653"/>
                      <a:gd name="connsiteX2" fmla="*/ 2788957 w 3617758"/>
                      <a:gd name="connsiteY2" fmla="*/ 2963198 h 3301653"/>
                      <a:gd name="connsiteX3" fmla="*/ 2473416 w 3617758"/>
                      <a:gd name="connsiteY3" fmla="*/ 3291428 h 3301653"/>
                      <a:gd name="connsiteX4" fmla="*/ 2354284 w 3617758"/>
                      <a:gd name="connsiteY4" fmla="*/ 3292035 h 3301653"/>
                      <a:gd name="connsiteX5" fmla="*/ 1747374 w 3617758"/>
                      <a:gd name="connsiteY5" fmla="*/ 3301653 h 3301653"/>
                      <a:gd name="connsiteX6" fmla="*/ 1647926 w 3617758"/>
                      <a:gd name="connsiteY6" fmla="*/ 3206049 h 3301653"/>
                      <a:gd name="connsiteX7" fmla="*/ 1648556 w 3617758"/>
                      <a:gd name="connsiteY7" fmla="*/ 3205406 h 3301653"/>
                      <a:gd name="connsiteX8" fmla="*/ 1568191 w 3617758"/>
                      <a:gd name="connsiteY8" fmla="*/ 3128147 h 3301653"/>
                      <a:gd name="connsiteX9" fmla="*/ 1627344 w 3617758"/>
                      <a:gd name="connsiteY9" fmla="*/ 3082837 h 3301653"/>
                      <a:gd name="connsiteX10" fmla="*/ 1699931 w 3617758"/>
                      <a:gd name="connsiteY10" fmla="*/ 3014582 h 3301653"/>
                      <a:gd name="connsiteX11" fmla="*/ 1731325 w 3617758"/>
                      <a:gd name="connsiteY11" fmla="*/ 2978442 h 3301653"/>
                      <a:gd name="connsiteX12" fmla="*/ 1803183 w 3617758"/>
                      <a:gd name="connsiteY12" fmla="*/ 3047523 h 3301653"/>
                      <a:gd name="connsiteX13" fmla="*/ 2049683 w 3617758"/>
                      <a:gd name="connsiteY13" fmla="*/ 2795834 h 3301653"/>
                      <a:gd name="connsiteX14" fmla="*/ 2126501 w 3617758"/>
                      <a:gd name="connsiteY14" fmla="*/ 2822718 h 3301653"/>
                      <a:gd name="connsiteX15" fmla="*/ 2390525 w 3617758"/>
                      <a:gd name="connsiteY15" fmla="*/ 3085818 h 3301653"/>
                      <a:gd name="connsiteX16" fmla="*/ 3379139 w 3617758"/>
                      <a:gd name="connsiteY16" fmla="*/ 2057452 h 3301653"/>
                      <a:gd name="connsiteX17" fmla="*/ 1483958 w 3617758"/>
                      <a:gd name="connsiteY17" fmla="*/ 235529 h 3301653"/>
                      <a:gd name="connsiteX18" fmla="*/ 232376 w 3617758"/>
                      <a:gd name="connsiteY18" fmla="*/ 1537437 h 3301653"/>
                      <a:gd name="connsiteX19" fmla="*/ 331539 w 3617758"/>
                      <a:gd name="connsiteY19" fmla="*/ 1632767 h 3301653"/>
                      <a:gd name="connsiteX20" fmla="*/ 296665 w 3617758"/>
                      <a:gd name="connsiteY20" fmla="*/ 1665559 h 3301653"/>
                      <a:gd name="connsiteX21" fmla="*/ 231322 w 3617758"/>
                      <a:gd name="connsiteY21" fmla="*/ 1740780 h 3301653"/>
                      <a:gd name="connsiteX22" fmla="*/ 188378 w 3617758"/>
                      <a:gd name="connsiteY22" fmla="*/ 1801671 h 3301653"/>
                      <a:gd name="connsiteX23" fmla="*/ 47160 w 3617758"/>
                      <a:gd name="connsiteY23" fmla="*/ 1665912 h 3301653"/>
                      <a:gd name="connsiteX24" fmla="*/ 42878 w 3617758"/>
                      <a:gd name="connsiteY24" fmla="*/ 1448682 h 3301653"/>
                      <a:gd name="connsiteX25" fmla="*/ 1390224 w 3617758"/>
                      <a:gd name="connsiteY25" fmla="*/ 47160 h 3301653"/>
                      <a:gd name="connsiteX26" fmla="*/ 1607454 w 3617758"/>
                      <a:gd name="connsiteY26" fmla="*/ 42879 h 3301653"/>
                      <a:gd name="connsiteX27" fmla="*/ 3570598 w 3617758"/>
                      <a:gd name="connsiteY27" fmla="*/ 1930136 h 3301653"/>
                      <a:gd name="connsiteX28" fmla="*/ 3574880 w 3617758"/>
                      <a:gd name="connsiteY28" fmla="*/ 2147367 h 330165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</a:cxnLst>
                    <a:rect l="l" t="t" r="r" b="b"/>
                    <a:pathLst>
                      <a:path w="3617758" h="3301653">
                        <a:moveTo>
                          <a:pt x="3574880" y="2147367"/>
                        </a:moveTo>
                        <a:lnTo>
                          <a:pt x="2789803" y="2964011"/>
                        </a:lnTo>
                        <a:lnTo>
                          <a:pt x="2788957" y="2963198"/>
                        </a:lnTo>
                        <a:lnTo>
                          <a:pt x="2473416" y="3291428"/>
                        </a:lnTo>
                        <a:lnTo>
                          <a:pt x="2354284" y="3292035"/>
                        </a:lnTo>
                        <a:lnTo>
                          <a:pt x="1747374" y="3301653"/>
                        </a:lnTo>
                        <a:lnTo>
                          <a:pt x="1647926" y="3206049"/>
                        </a:lnTo>
                        <a:lnTo>
                          <a:pt x="1648556" y="3205406"/>
                        </a:lnTo>
                        <a:lnTo>
                          <a:pt x="1568191" y="3128147"/>
                        </a:lnTo>
                        <a:lnTo>
                          <a:pt x="1627344" y="3082837"/>
                        </a:lnTo>
                        <a:cubicBezTo>
                          <a:pt x="1652414" y="3061553"/>
                          <a:pt x="1676649" y="3038800"/>
                          <a:pt x="1699931" y="3014582"/>
                        </a:cubicBezTo>
                        <a:lnTo>
                          <a:pt x="1731325" y="2978442"/>
                        </a:lnTo>
                        <a:lnTo>
                          <a:pt x="1803183" y="3047523"/>
                        </a:lnTo>
                        <a:lnTo>
                          <a:pt x="2049683" y="2795834"/>
                        </a:lnTo>
                        <a:cubicBezTo>
                          <a:pt x="2062062" y="2788775"/>
                          <a:pt x="2085992" y="2769700"/>
                          <a:pt x="2126501" y="2822718"/>
                        </a:cubicBezTo>
                        <a:lnTo>
                          <a:pt x="2390525" y="3085818"/>
                        </a:lnTo>
                        <a:lnTo>
                          <a:pt x="3379139" y="2057452"/>
                        </a:lnTo>
                        <a:lnTo>
                          <a:pt x="1483958" y="235529"/>
                        </a:lnTo>
                        <a:lnTo>
                          <a:pt x="232376" y="1537437"/>
                        </a:lnTo>
                        <a:lnTo>
                          <a:pt x="331539" y="1632767"/>
                        </a:lnTo>
                        <a:lnTo>
                          <a:pt x="296665" y="1665559"/>
                        </a:lnTo>
                        <a:cubicBezTo>
                          <a:pt x="273382" y="1689778"/>
                          <a:pt x="251602" y="1714890"/>
                          <a:pt x="231322" y="1740780"/>
                        </a:cubicBezTo>
                        <a:lnTo>
                          <a:pt x="188378" y="1801671"/>
                        </a:lnTo>
                        <a:lnTo>
                          <a:pt x="47160" y="1665912"/>
                        </a:lnTo>
                        <a:cubicBezTo>
                          <a:pt x="-14009" y="1607108"/>
                          <a:pt x="-15926" y="1509850"/>
                          <a:pt x="42878" y="1448682"/>
                        </a:cubicBezTo>
                        <a:lnTo>
                          <a:pt x="1390224" y="47160"/>
                        </a:lnTo>
                        <a:cubicBezTo>
                          <a:pt x="1449028" y="-14009"/>
                          <a:pt x="1546285" y="-15926"/>
                          <a:pt x="1607454" y="42879"/>
                        </a:cubicBezTo>
                        <a:lnTo>
                          <a:pt x="3570598" y="1930136"/>
                        </a:lnTo>
                        <a:cubicBezTo>
                          <a:pt x="3631767" y="1988940"/>
                          <a:pt x="3633684" y="2086198"/>
                          <a:pt x="3574880" y="2147367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  <a:effectLst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sz="200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46" name="Freeform 126">
                    <a:extLst>
                      <a:ext uri="{FF2B5EF4-FFF2-40B4-BE49-F238E27FC236}">
                        <a16:creationId xmlns:a16="http://schemas.microsoft.com/office/drawing/2014/main" id="{0E6E5D1A-441E-FAD9-FDC4-C63F5ED93A09}"/>
                      </a:ext>
                    </a:extLst>
                  </p:cNvPr>
                  <p:cNvSpPr/>
                  <p:nvPr/>
                </p:nvSpPr>
                <p:spPr>
                  <a:xfrm>
                    <a:off x="4912456" y="2385060"/>
                    <a:ext cx="1424678" cy="1633834"/>
                  </a:xfrm>
                  <a:custGeom>
                    <a:avLst/>
                    <a:gdLst>
                      <a:gd name="connsiteX0" fmla="*/ 134482 w 273278"/>
                      <a:gd name="connsiteY0" fmla="*/ 0 h 313399"/>
                      <a:gd name="connsiteX1" fmla="*/ 200924 w 273278"/>
                      <a:gd name="connsiteY1" fmla="*/ 87300 h 313399"/>
                      <a:gd name="connsiteX2" fmla="*/ 193702 w 273278"/>
                      <a:gd name="connsiteY2" fmla="*/ 122609 h 313399"/>
                      <a:gd name="connsiteX3" fmla="*/ 179200 w 273278"/>
                      <a:gd name="connsiteY3" fmla="*/ 160436 h 313399"/>
                      <a:gd name="connsiteX4" fmla="*/ 252155 w 273278"/>
                      <a:gd name="connsiteY4" fmla="*/ 193941 h 313399"/>
                      <a:gd name="connsiteX5" fmla="*/ 272128 w 273278"/>
                      <a:gd name="connsiteY5" fmla="*/ 291385 h 313399"/>
                      <a:gd name="connsiteX6" fmla="*/ 1507 w 273278"/>
                      <a:gd name="connsiteY6" fmla="*/ 282681 h 313399"/>
                      <a:gd name="connsiteX7" fmla="*/ 35844 w 273278"/>
                      <a:gd name="connsiteY7" fmla="*/ 188286 h 313399"/>
                      <a:gd name="connsiteX8" fmla="*/ 106840 w 273278"/>
                      <a:gd name="connsiteY8" fmla="*/ 163293 h 313399"/>
                      <a:gd name="connsiteX9" fmla="*/ 89010 w 273278"/>
                      <a:gd name="connsiteY9" fmla="*/ 125954 h 313399"/>
                      <a:gd name="connsiteX10" fmla="*/ 80744 w 273278"/>
                      <a:gd name="connsiteY10" fmla="*/ 89921 h 313399"/>
                      <a:gd name="connsiteX11" fmla="*/ 134482 w 273278"/>
                      <a:gd name="connsiteY11" fmla="*/ 0 h 31339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273278" h="313399">
                        <a:moveTo>
                          <a:pt x="134482" y="0"/>
                        </a:moveTo>
                        <a:cubicBezTo>
                          <a:pt x="160842" y="325"/>
                          <a:pt x="212794" y="13706"/>
                          <a:pt x="200924" y="87300"/>
                        </a:cubicBezTo>
                        <a:cubicBezTo>
                          <a:pt x="208719" y="81688"/>
                          <a:pt x="206753" y="120644"/>
                          <a:pt x="193702" y="122609"/>
                        </a:cubicBezTo>
                        <a:cubicBezTo>
                          <a:pt x="190424" y="138532"/>
                          <a:pt x="177847" y="147132"/>
                          <a:pt x="179200" y="160436"/>
                        </a:cubicBezTo>
                        <a:cubicBezTo>
                          <a:pt x="184608" y="191343"/>
                          <a:pt x="233092" y="175418"/>
                          <a:pt x="252155" y="193941"/>
                        </a:cubicBezTo>
                        <a:cubicBezTo>
                          <a:pt x="267741" y="209962"/>
                          <a:pt x="276579" y="240065"/>
                          <a:pt x="272128" y="291385"/>
                        </a:cubicBezTo>
                        <a:cubicBezTo>
                          <a:pt x="230796" y="316498"/>
                          <a:pt x="40687" y="327854"/>
                          <a:pt x="1507" y="282681"/>
                        </a:cubicBezTo>
                        <a:cubicBezTo>
                          <a:pt x="447" y="264337"/>
                          <a:pt x="-8839" y="211016"/>
                          <a:pt x="35844" y="188286"/>
                        </a:cubicBezTo>
                        <a:cubicBezTo>
                          <a:pt x="63467" y="176675"/>
                          <a:pt x="103896" y="191209"/>
                          <a:pt x="106840" y="163293"/>
                        </a:cubicBezTo>
                        <a:cubicBezTo>
                          <a:pt x="108191" y="151733"/>
                          <a:pt x="89010" y="137965"/>
                          <a:pt x="89010" y="125954"/>
                        </a:cubicBezTo>
                        <a:cubicBezTo>
                          <a:pt x="74809" y="122460"/>
                          <a:pt x="72053" y="82278"/>
                          <a:pt x="80744" y="89921"/>
                        </a:cubicBezTo>
                        <a:cubicBezTo>
                          <a:pt x="68026" y="26372"/>
                          <a:pt x="99080" y="3277"/>
                          <a:pt x="134482" y="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  <a:effectLst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rtlCol="0" anchor="ctr">
                    <a:noAutofit/>
                  </a:bodyPr>
                  <a:lstStyle/>
                  <a:p>
                    <a:pPr algn="ctr"/>
                    <a:endParaRPr lang="en-US" sz="2000">
                      <a:solidFill>
                        <a:prstClr val="white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p:grpSp>
          </p:grpSp>
        </p:grpSp>
        <p:pic>
          <p:nvPicPr>
            <p:cNvPr id="33" name="Picture 32">
              <a:extLst>
                <a:ext uri="{FF2B5EF4-FFF2-40B4-BE49-F238E27FC236}">
                  <a16:creationId xmlns:a16="http://schemas.microsoft.com/office/drawing/2014/main" id="{619878B1-2C63-BF73-658C-E2ABA26ACB53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1017204" y="2095671"/>
              <a:ext cx="1126654" cy="1037711"/>
            </a:xfrm>
            <a:prstGeom prst="rect">
              <a:avLst/>
            </a:prstGeom>
          </p:spPr>
        </p:pic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E237AB91-147B-4E28-359C-A0609C298229}"/>
              </a:ext>
            </a:extLst>
          </p:cNvPr>
          <p:cNvGrpSpPr/>
          <p:nvPr/>
        </p:nvGrpSpPr>
        <p:grpSpPr>
          <a:xfrm>
            <a:off x="9178774" y="1276631"/>
            <a:ext cx="11695209" cy="498556"/>
            <a:chOff x="4863059" y="1925326"/>
            <a:chExt cx="14591244" cy="631453"/>
          </a:xfrm>
        </p:grpSpPr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F9A92067-038E-15C5-B972-F953FE29491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63059" y="2209728"/>
              <a:ext cx="327676" cy="347051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2145941E-0437-9AD3-EF44-F10E06C748A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89741" y="2210577"/>
              <a:ext cx="441323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4142AE13-5AA1-D799-102B-A886B5ED5B9E}"/>
                </a:ext>
              </a:extLst>
            </p:cNvPr>
            <p:cNvGrpSpPr/>
            <p:nvPr/>
          </p:nvGrpSpPr>
          <p:grpSpPr>
            <a:xfrm>
              <a:off x="5560623" y="1925326"/>
              <a:ext cx="5007187" cy="547156"/>
              <a:chOff x="3786541" y="1999828"/>
              <a:chExt cx="3494755" cy="355733"/>
            </a:xfrm>
          </p:grpSpPr>
          <p:grpSp>
            <p:nvGrpSpPr>
              <p:cNvPr id="449" name="Group 448">
                <a:extLst>
                  <a:ext uri="{FF2B5EF4-FFF2-40B4-BE49-F238E27FC236}">
                    <a16:creationId xmlns:a16="http://schemas.microsoft.com/office/drawing/2014/main" id="{C6982FB4-2E0F-7394-1182-BBDBFE24DC43}"/>
                  </a:ext>
                </a:extLst>
              </p:cNvPr>
              <p:cNvGrpSpPr/>
              <p:nvPr/>
            </p:nvGrpSpPr>
            <p:grpSpPr>
              <a:xfrm>
                <a:off x="3833015" y="1999828"/>
                <a:ext cx="3448281" cy="355733"/>
                <a:chOff x="5664591" y="704176"/>
                <a:chExt cx="3946375" cy="399985"/>
              </a:xfrm>
            </p:grpSpPr>
            <p:sp>
              <p:nvSpPr>
                <p:cNvPr id="451" name="Rounded Rectangle 64">
                  <a:extLst>
                    <a:ext uri="{FF2B5EF4-FFF2-40B4-BE49-F238E27FC236}">
                      <a16:creationId xmlns:a16="http://schemas.microsoft.com/office/drawing/2014/main" id="{99165553-AD92-2CBF-B480-DCFF820EE6A8}"/>
                    </a:ext>
                  </a:extLst>
                </p:cNvPr>
                <p:cNvSpPr/>
                <p:nvPr/>
              </p:nvSpPr>
              <p:spPr>
                <a:xfrm>
                  <a:off x="5664591" y="704176"/>
                  <a:ext cx="3946375" cy="399985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16507D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sz="200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52" name="Oval 451">
                  <a:extLst>
                    <a:ext uri="{FF2B5EF4-FFF2-40B4-BE49-F238E27FC236}">
                      <a16:creationId xmlns:a16="http://schemas.microsoft.com/office/drawing/2014/main" id="{84203001-91B2-BFCD-8803-D139948C9E2E}"/>
                    </a:ext>
                  </a:extLst>
                </p:cNvPr>
                <p:cNvSpPr/>
                <p:nvPr/>
              </p:nvSpPr>
              <p:spPr>
                <a:xfrm>
                  <a:off x="5711178" y="735904"/>
                  <a:ext cx="358761" cy="33332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sz="200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450" name="TextBox 449">
                <a:extLst>
                  <a:ext uri="{FF2B5EF4-FFF2-40B4-BE49-F238E27FC236}">
                    <a16:creationId xmlns:a16="http://schemas.microsoft.com/office/drawing/2014/main" id="{EB41A098-021E-B4B1-6BFE-01E9E82F624A}"/>
                  </a:ext>
                </a:extLst>
              </p:cNvPr>
              <p:cNvSpPr txBox="1"/>
              <p:nvPr/>
            </p:nvSpPr>
            <p:spPr>
              <a:xfrm>
                <a:off x="3786541" y="2065416"/>
                <a:ext cx="469898" cy="21542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vi-VN" sz="1100" b="1">
                    <a:latin typeface="Arial" panose="020B0604020202020204" pitchFamily="34" charset="0"/>
                    <a:cs typeface="Arial" panose="020B0604020202020204" pitchFamily="34" charset="0"/>
                  </a:rPr>
                  <a:t>01</a:t>
                </a:r>
                <a:endParaRPr lang="en-IN" sz="11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448" name="TextBox 447">
              <a:extLst>
                <a:ext uri="{FF2B5EF4-FFF2-40B4-BE49-F238E27FC236}">
                  <a16:creationId xmlns:a16="http://schemas.microsoft.com/office/drawing/2014/main" id="{57DA37BB-52D1-4E0D-D760-DB6A24FB6B3A}"/>
                </a:ext>
              </a:extLst>
            </p:cNvPr>
            <p:cNvSpPr txBox="1"/>
            <p:nvPr/>
          </p:nvSpPr>
          <p:spPr>
            <a:xfrm>
              <a:off x="6157860" y="2018168"/>
              <a:ext cx="13296443" cy="3491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vi-VN" sz="1200" b="1" kern="100" dirty="0">
                  <a:solidFill>
                    <a:schemeClr val="bg1"/>
                  </a:solidFill>
                  <a:effectLst/>
                  <a:latin typeface="Arial" panose="020B06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Tiền xử lý dữ liệu</a:t>
              </a:r>
            </a:p>
          </p:txBody>
        </p:sp>
      </p:grpSp>
      <p:grpSp>
        <p:nvGrpSpPr>
          <p:cNvPr id="453" name="Group 452">
            <a:extLst>
              <a:ext uri="{FF2B5EF4-FFF2-40B4-BE49-F238E27FC236}">
                <a16:creationId xmlns:a16="http://schemas.microsoft.com/office/drawing/2014/main" id="{AE689AD9-FBD7-63CF-1D31-213BB12602A3}"/>
              </a:ext>
            </a:extLst>
          </p:cNvPr>
          <p:cNvGrpSpPr/>
          <p:nvPr/>
        </p:nvGrpSpPr>
        <p:grpSpPr>
          <a:xfrm>
            <a:off x="12233603" y="2488630"/>
            <a:ext cx="5229396" cy="432000"/>
            <a:chOff x="4032715" y="4400368"/>
            <a:chExt cx="11390719" cy="854148"/>
          </a:xfrm>
        </p:grpSpPr>
        <p:cxnSp>
          <p:nvCxnSpPr>
            <p:cNvPr id="454" name="Straight Connector 453">
              <a:extLst>
                <a:ext uri="{FF2B5EF4-FFF2-40B4-BE49-F238E27FC236}">
                  <a16:creationId xmlns:a16="http://schemas.microsoft.com/office/drawing/2014/main" id="{37F37C64-595E-6F4A-A865-68078B2A0E49}"/>
                </a:ext>
              </a:extLst>
            </p:cNvPr>
            <p:cNvCxnSpPr>
              <a:cxnSpLocks/>
              <a:endCxn id="459" idx="1"/>
            </p:cNvCxnSpPr>
            <p:nvPr/>
          </p:nvCxnSpPr>
          <p:spPr>
            <a:xfrm flipV="1">
              <a:off x="4032715" y="4827442"/>
              <a:ext cx="1493548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55" name="Group 454">
              <a:extLst>
                <a:ext uri="{FF2B5EF4-FFF2-40B4-BE49-F238E27FC236}">
                  <a16:creationId xmlns:a16="http://schemas.microsoft.com/office/drawing/2014/main" id="{CF8ABCB2-0F2D-503A-BA5A-C5EAC0B2CA00}"/>
                </a:ext>
              </a:extLst>
            </p:cNvPr>
            <p:cNvGrpSpPr/>
            <p:nvPr/>
          </p:nvGrpSpPr>
          <p:grpSpPr>
            <a:xfrm>
              <a:off x="5526262" y="4400368"/>
              <a:ext cx="8625710" cy="854148"/>
              <a:chOff x="4486995" y="3110071"/>
              <a:chExt cx="5564106" cy="576042"/>
            </a:xfrm>
          </p:grpSpPr>
          <p:grpSp>
            <p:nvGrpSpPr>
              <p:cNvPr id="457" name="Group 456">
                <a:extLst>
                  <a:ext uri="{FF2B5EF4-FFF2-40B4-BE49-F238E27FC236}">
                    <a16:creationId xmlns:a16="http://schemas.microsoft.com/office/drawing/2014/main" id="{C68260F1-6E30-EAD1-5802-36DB6F715555}"/>
                  </a:ext>
                </a:extLst>
              </p:cNvPr>
              <p:cNvGrpSpPr/>
              <p:nvPr/>
            </p:nvGrpSpPr>
            <p:grpSpPr>
              <a:xfrm>
                <a:off x="4486995" y="3110071"/>
                <a:ext cx="5564106" cy="576042"/>
                <a:chOff x="5399780" y="209942"/>
                <a:chExt cx="6367812" cy="647700"/>
              </a:xfrm>
            </p:grpSpPr>
            <p:sp>
              <p:nvSpPr>
                <p:cNvPr id="459" name="Rounded Rectangle 35">
                  <a:extLst>
                    <a:ext uri="{FF2B5EF4-FFF2-40B4-BE49-F238E27FC236}">
                      <a16:creationId xmlns:a16="http://schemas.microsoft.com/office/drawing/2014/main" id="{CD518159-4CDA-454E-E3B4-0174649C08EE}"/>
                    </a:ext>
                  </a:extLst>
                </p:cNvPr>
                <p:cNvSpPr/>
                <p:nvPr/>
              </p:nvSpPr>
              <p:spPr>
                <a:xfrm>
                  <a:off x="5399780" y="209942"/>
                  <a:ext cx="6367812" cy="64770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22445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sz="120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60" name="Oval 459">
                  <a:extLst>
                    <a:ext uri="{FF2B5EF4-FFF2-40B4-BE49-F238E27FC236}">
                      <a16:creationId xmlns:a16="http://schemas.microsoft.com/office/drawing/2014/main" id="{10FACA78-65CE-3D2A-F345-8CCA2A495638}"/>
                    </a:ext>
                  </a:extLst>
                </p:cNvPr>
                <p:cNvSpPr/>
                <p:nvPr/>
              </p:nvSpPr>
              <p:spPr>
                <a:xfrm>
                  <a:off x="5453527" y="265418"/>
                  <a:ext cx="578892" cy="53975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sz="120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458" name="TextBox 457">
                <a:extLst>
                  <a:ext uri="{FF2B5EF4-FFF2-40B4-BE49-F238E27FC236}">
                    <a16:creationId xmlns:a16="http://schemas.microsoft.com/office/drawing/2014/main" id="{FA9EFB78-9752-6333-26EF-48E5117B4864}"/>
                  </a:ext>
                </a:extLst>
              </p:cNvPr>
              <p:cNvSpPr txBox="1"/>
              <p:nvPr/>
            </p:nvSpPr>
            <p:spPr>
              <a:xfrm>
                <a:off x="4513512" y="3226451"/>
                <a:ext cx="546005" cy="348837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vi-VN" sz="1100" b="1">
                    <a:latin typeface="Arial" panose="020B0604020202020204" pitchFamily="34" charset="0"/>
                    <a:cs typeface="Arial" panose="020B0604020202020204" pitchFamily="34" charset="0"/>
                  </a:rPr>
                  <a:t>03</a:t>
                </a:r>
                <a:endParaRPr lang="en-IN" sz="11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456" name="TextBox 455">
              <a:extLst>
                <a:ext uri="{FF2B5EF4-FFF2-40B4-BE49-F238E27FC236}">
                  <a16:creationId xmlns:a16="http://schemas.microsoft.com/office/drawing/2014/main" id="{6E0F3B30-15B1-8958-693A-EC699C6E2A60}"/>
                </a:ext>
              </a:extLst>
            </p:cNvPr>
            <p:cNvSpPr txBox="1"/>
            <p:nvPr/>
          </p:nvSpPr>
          <p:spPr>
            <a:xfrm>
              <a:off x="6388191" y="4542799"/>
              <a:ext cx="9035243" cy="54502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vi-VN" sz="1200" b="1" kern="100" dirty="0">
                  <a:solidFill>
                    <a:schemeClr val="bg1"/>
                  </a:solidFill>
                  <a:latin typeface="Arial" panose="020B06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Huấn luyện mô hình	</a:t>
              </a:r>
            </a:p>
          </p:txBody>
        </p:sp>
      </p:grpSp>
      <p:grpSp>
        <p:nvGrpSpPr>
          <p:cNvPr id="461" name="Group 460">
            <a:extLst>
              <a:ext uri="{FF2B5EF4-FFF2-40B4-BE49-F238E27FC236}">
                <a16:creationId xmlns:a16="http://schemas.microsoft.com/office/drawing/2014/main" id="{82DDB607-1C1A-E612-C764-B9AEA278B4CA}"/>
              </a:ext>
            </a:extLst>
          </p:cNvPr>
          <p:cNvGrpSpPr/>
          <p:nvPr/>
        </p:nvGrpSpPr>
        <p:grpSpPr>
          <a:xfrm>
            <a:off x="10944973" y="3131173"/>
            <a:ext cx="4525637" cy="432000"/>
            <a:chOff x="4142564" y="5449759"/>
            <a:chExt cx="15791450" cy="886015"/>
          </a:xfrm>
        </p:grpSpPr>
        <p:cxnSp>
          <p:nvCxnSpPr>
            <p:cNvPr id="462" name="Straight Connector 461">
              <a:extLst>
                <a:ext uri="{FF2B5EF4-FFF2-40B4-BE49-F238E27FC236}">
                  <a16:creationId xmlns:a16="http://schemas.microsoft.com/office/drawing/2014/main" id="{522B156B-EE9B-E552-620D-F175B375B86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142564" y="5562878"/>
              <a:ext cx="833347" cy="312251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3" name="Straight Connector 462">
              <a:extLst>
                <a:ext uri="{FF2B5EF4-FFF2-40B4-BE49-F238E27FC236}">
                  <a16:creationId xmlns:a16="http://schemas.microsoft.com/office/drawing/2014/main" id="{59064B80-6AA6-F1D0-DA87-E88C7E88E9CF}"/>
                </a:ext>
              </a:extLst>
            </p:cNvPr>
            <p:cNvCxnSpPr>
              <a:cxnSpLocks/>
            </p:cNvCxnSpPr>
            <p:nvPr/>
          </p:nvCxnSpPr>
          <p:spPr>
            <a:xfrm>
              <a:off x="4975911" y="5875128"/>
              <a:ext cx="1235747" cy="17638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64" name="Group 463">
              <a:extLst>
                <a:ext uri="{FF2B5EF4-FFF2-40B4-BE49-F238E27FC236}">
                  <a16:creationId xmlns:a16="http://schemas.microsoft.com/office/drawing/2014/main" id="{15B614F2-FE21-E808-3F5C-A98B44D522DF}"/>
                </a:ext>
              </a:extLst>
            </p:cNvPr>
            <p:cNvGrpSpPr/>
            <p:nvPr/>
          </p:nvGrpSpPr>
          <p:grpSpPr>
            <a:xfrm>
              <a:off x="6116256" y="5449759"/>
              <a:ext cx="13817758" cy="886015"/>
              <a:chOff x="4174346" y="4291238"/>
              <a:chExt cx="9644068" cy="576042"/>
            </a:xfrm>
          </p:grpSpPr>
          <p:grpSp>
            <p:nvGrpSpPr>
              <p:cNvPr id="466" name="Group 465">
                <a:extLst>
                  <a:ext uri="{FF2B5EF4-FFF2-40B4-BE49-F238E27FC236}">
                    <a16:creationId xmlns:a16="http://schemas.microsoft.com/office/drawing/2014/main" id="{A89184C9-E278-7579-5E11-752EC7B8399D}"/>
                  </a:ext>
                </a:extLst>
              </p:cNvPr>
              <p:cNvGrpSpPr/>
              <p:nvPr/>
            </p:nvGrpSpPr>
            <p:grpSpPr>
              <a:xfrm>
                <a:off x="4174346" y="4291238"/>
                <a:ext cx="9644068" cy="576042"/>
                <a:chOff x="5412678" y="666750"/>
                <a:chExt cx="11037119" cy="647700"/>
              </a:xfrm>
            </p:grpSpPr>
            <p:sp>
              <p:nvSpPr>
                <p:cNvPr id="468" name="Rounded Rectangle 38">
                  <a:extLst>
                    <a:ext uri="{FF2B5EF4-FFF2-40B4-BE49-F238E27FC236}">
                      <a16:creationId xmlns:a16="http://schemas.microsoft.com/office/drawing/2014/main" id="{3F1B323D-D934-1DBE-A44D-1FAF3F631D5E}"/>
                    </a:ext>
                  </a:extLst>
                </p:cNvPr>
                <p:cNvSpPr/>
                <p:nvPr/>
              </p:nvSpPr>
              <p:spPr>
                <a:xfrm>
                  <a:off x="5412678" y="666750"/>
                  <a:ext cx="11037119" cy="64770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EC810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sz="120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69" name="Oval 468">
                  <a:extLst>
                    <a:ext uri="{FF2B5EF4-FFF2-40B4-BE49-F238E27FC236}">
                      <a16:creationId xmlns:a16="http://schemas.microsoft.com/office/drawing/2014/main" id="{B09707B9-24DA-3C3E-69AA-C8B8CC657DB8}"/>
                    </a:ext>
                  </a:extLst>
                </p:cNvPr>
                <p:cNvSpPr/>
                <p:nvPr/>
              </p:nvSpPr>
              <p:spPr>
                <a:xfrm>
                  <a:off x="5474745" y="722401"/>
                  <a:ext cx="1003374" cy="53975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sz="120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467" name="TextBox 466">
                <a:extLst>
                  <a:ext uri="{FF2B5EF4-FFF2-40B4-BE49-F238E27FC236}">
                    <a16:creationId xmlns:a16="http://schemas.microsoft.com/office/drawing/2014/main" id="{E8490ED1-7B67-CABB-FDC1-AF24D324CEA2}"/>
                  </a:ext>
                </a:extLst>
              </p:cNvPr>
              <p:cNvSpPr txBox="1"/>
              <p:nvPr/>
            </p:nvSpPr>
            <p:spPr>
              <a:xfrm>
                <a:off x="4213302" y="4396051"/>
                <a:ext cx="876733" cy="348839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vi-VN" sz="1100" b="1">
                    <a:latin typeface="Arial" panose="020B0604020202020204" pitchFamily="34" charset="0"/>
                    <a:cs typeface="Arial" panose="020B0604020202020204" pitchFamily="34" charset="0"/>
                  </a:rPr>
                  <a:t>04</a:t>
                </a:r>
                <a:endParaRPr lang="en-IN" sz="11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465" name="TextBox 464">
              <a:extLst>
                <a:ext uri="{FF2B5EF4-FFF2-40B4-BE49-F238E27FC236}">
                  <a16:creationId xmlns:a16="http://schemas.microsoft.com/office/drawing/2014/main" id="{6BB41DBD-CCBB-C796-46B6-6D42FBCE1A85}"/>
                </a:ext>
              </a:extLst>
            </p:cNvPr>
            <p:cNvSpPr txBox="1"/>
            <p:nvPr/>
          </p:nvSpPr>
          <p:spPr>
            <a:xfrm>
              <a:off x="7472008" y="5613428"/>
              <a:ext cx="11828204" cy="5653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vi-VN" sz="1200" b="1" kern="100" dirty="0">
                  <a:solidFill>
                    <a:schemeClr val="bg1"/>
                  </a:solidFill>
                  <a:latin typeface="Arial" panose="020B06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Đánh giá mô hình</a:t>
              </a:r>
            </a:p>
          </p:txBody>
        </p:sp>
      </p:grpSp>
      <p:grpSp>
        <p:nvGrpSpPr>
          <p:cNvPr id="470" name="Group 469">
            <a:extLst>
              <a:ext uri="{FF2B5EF4-FFF2-40B4-BE49-F238E27FC236}">
                <a16:creationId xmlns:a16="http://schemas.microsoft.com/office/drawing/2014/main" id="{42661B93-FE40-DB16-57AC-5EEC9D9BA54A}"/>
              </a:ext>
            </a:extLst>
          </p:cNvPr>
          <p:cNvGrpSpPr/>
          <p:nvPr/>
        </p:nvGrpSpPr>
        <p:grpSpPr>
          <a:xfrm>
            <a:off x="9181627" y="3621279"/>
            <a:ext cx="4642023" cy="597765"/>
            <a:chOff x="3782604" y="6176681"/>
            <a:chExt cx="9117525" cy="1471188"/>
          </a:xfrm>
        </p:grpSpPr>
        <p:cxnSp>
          <p:nvCxnSpPr>
            <p:cNvPr id="471" name="Straight Connector 470">
              <a:extLst>
                <a:ext uri="{FF2B5EF4-FFF2-40B4-BE49-F238E27FC236}">
                  <a16:creationId xmlns:a16="http://schemas.microsoft.com/office/drawing/2014/main" id="{2429B0CA-58A1-462C-E04B-32937011C34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782604" y="6176681"/>
              <a:ext cx="702199" cy="883552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2" name="Straight Connector 471">
              <a:extLst>
                <a:ext uri="{FF2B5EF4-FFF2-40B4-BE49-F238E27FC236}">
                  <a16:creationId xmlns:a16="http://schemas.microsoft.com/office/drawing/2014/main" id="{E6EE22A7-9F3F-7C9D-CA27-CA9E9C616522}"/>
                </a:ext>
              </a:extLst>
            </p:cNvPr>
            <p:cNvCxnSpPr>
              <a:cxnSpLocks/>
            </p:cNvCxnSpPr>
            <p:nvPr/>
          </p:nvCxnSpPr>
          <p:spPr>
            <a:xfrm>
              <a:off x="4487747" y="7056518"/>
              <a:ext cx="1061662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73" name="Group 472">
              <a:extLst>
                <a:ext uri="{FF2B5EF4-FFF2-40B4-BE49-F238E27FC236}">
                  <a16:creationId xmlns:a16="http://schemas.microsoft.com/office/drawing/2014/main" id="{B3879A34-24A1-0A57-3D86-4F1776E30B6E}"/>
                </a:ext>
              </a:extLst>
            </p:cNvPr>
            <p:cNvGrpSpPr/>
            <p:nvPr/>
          </p:nvGrpSpPr>
          <p:grpSpPr>
            <a:xfrm>
              <a:off x="5122183" y="6584654"/>
              <a:ext cx="7777946" cy="1063215"/>
              <a:chOff x="3480534" y="5029088"/>
              <a:chExt cx="5428597" cy="691248"/>
            </a:xfrm>
          </p:grpSpPr>
          <p:grpSp>
            <p:nvGrpSpPr>
              <p:cNvPr id="475" name="Group 474">
                <a:extLst>
                  <a:ext uri="{FF2B5EF4-FFF2-40B4-BE49-F238E27FC236}">
                    <a16:creationId xmlns:a16="http://schemas.microsoft.com/office/drawing/2014/main" id="{AD82E25B-EE4C-257B-D633-8AFEB64F13A5}"/>
                  </a:ext>
                </a:extLst>
              </p:cNvPr>
              <p:cNvGrpSpPr/>
              <p:nvPr/>
            </p:nvGrpSpPr>
            <p:grpSpPr>
              <a:xfrm>
                <a:off x="3480534" y="5029088"/>
                <a:ext cx="5428597" cy="691248"/>
                <a:chOff x="5261195" y="625095"/>
                <a:chExt cx="6212738" cy="777238"/>
              </a:xfrm>
            </p:grpSpPr>
            <p:sp>
              <p:nvSpPr>
                <p:cNvPr id="477" name="Rounded Rectangle 42">
                  <a:extLst>
                    <a:ext uri="{FF2B5EF4-FFF2-40B4-BE49-F238E27FC236}">
                      <a16:creationId xmlns:a16="http://schemas.microsoft.com/office/drawing/2014/main" id="{89FE5CE2-7728-7A78-F0CC-09336786A14F}"/>
                    </a:ext>
                  </a:extLst>
                </p:cNvPr>
                <p:cNvSpPr/>
                <p:nvPr/>
              </p:nvSpPr>
              <p:spPr>
                <a:xfrm>
                  <a:off x="5261195" y="625095"/>
                  <a:ext cx="6212738" cy="777238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16507D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sz="200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78" name="Oval 477">
                  <a:extLst>
                    <a:ext uri="{FF2B5EF4-FFF2-40B4-BE49-F238E27FC236}">
                      <a16:creationId xmlns:a16="http://schemas.microsoft.com/office/drawing/2014/main" id="{13D249E5-8707-120A-0DCE-E9AA1A408680}"/>
                    </a:ext>
                  </a:extLst>
                </p:cNvPr>
                <p:cNvSpPr/>
                <p:nvPr/>
              </p:nvSpPr>
              <p:spPr>
                <a:xfrm>
                  <a:off x="5316048" y="692686"/>
                  <a:ext cx="564794" cy="647698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sz="200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476" name="TextBox 475">
                <a:extLst>
                  <a:ext uri="{FF2B5EF4-FFF2-40B4-BE49-F238E27FC236}">
                    <a16:creationId xmlns:a16="http://schemas.microsoft.com/office/drawing/2014/main" id="{D0899B56-B7B8-0DF4-1F09-8FB682BDC7AB}"/>
                  </a:ext>
                </a:extLst>
              </p:cNvPr>
              <p:cNvSpPr txBox="1"/>
              <p:nvPr/>
            </p:nvSpPr>
            <p:spPr>
              <a:xfrm>
                <a:off x="3540268" y="5297246"/>
                <a:ext cx="469898" cy="176430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vi-VN" sz="1100" b="1">
                    <a:latin typeface="Arial" panose="020B0604020202020204" pitchFamily="34" charset="0"/>
                    <a:cs typeface="Arial" panose="020B0604020202020204" pitchFamily="34" charset="0"/>
                  </a:rPr>
                  <a:t>05</a:t>
                </a:r>
                <a:endParaRPr lang="en-IN" sz="11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474" name="TextBox 473">
              <a:extLst>
                <a:ext uri="{FF2B5EF4-FFF2-40B4-BE49-F238E27FC236}">
                  <a16:creationId xmlns:a16="http://schemas.microsoft.com/office/drawing/2014/main" id="{DC3345D6-118B-6886-0E08-DD7161DB9685}"/>
                </a:ext>
              </a:extLst>
            </p:cNvPr>
            <p:cNvSpPr txBox="1"/>
            <p:nvPr/>
          </p:nvSpPr>
          <p:spPr>
            <a:xfrm>
              <a:off x="5910958" y="6793708"/>
              <a:ext cx="5582241" cy="64070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vi-VN" sz="1100" b="1" kern="100" dirty="0">
                  <a:solidFill>
                    <a:schemeClr val="bg1"/>
                  </a:solidFill>
                  <a:effectLst/>
                  <a:latin typeface="Arial" panose="020B06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Phát triển hệ thống</a:t>
              </a:r>
            </a:p>
          </p:txBody>
        </p:sp>
      </p:grpSp>
      <p:grpSp>
        <p:nvGrpSpPr>
          <p:cNvPr id="479" name="Group 478">
            <a:extLst>
              <a:ext uri="{FF2B5EF4-FFF2-40B4-BE49-F238E27FC236}">
                <a16:creationId xmlns:a16="http://schemas.microsoft.com/office/drawing/2014/main" id="{03758A83-9924-D9D7-821F-E3FEE0806B29}"/>
              </a:ext>
            </a:extLst>
          </p:cNvPr>
          <p:cNvGrpSpPr/>
          <p:nvPr/>
        </p:nvGrpSpPr>
        <p:grpSpPr>
          <a:xfrm>
            <a:off x="10879928" y="1867521"/>
            <a:ext cx="4529571" cy="432000"/>
            <a:chOff x="5003702" y="3041003"/>
            <a:chExt cx="8847728" cy="1063219"/>
          </a:xfrm>
        </p:grpSpPr>
        <p:cxnSp>
          <p:nvCxnSpPr>
            <p:cNvPr id="480" name="Straight Connector 479">
              <a:extLst>
                <a:ext uri="{FF2B5EF4-FFF2-40B4-BE49-F238E27FC236}">
                  <a16:creationId xmlns:a16="http://schemas.microsoft.com/office/drawing/2014/main" id="{CEF9FC82-C7CD-8A8A-4DB2-135133BE6D7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03702" y="3486485"/>
              <a:ext cx="625781" cy="354406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1" name="Straight Connector 480">
              <a:extLst>
                <a:ext uri="{FF2B5EF4-FFF2-40B4-BE49-F238E27FC236}">
                  <a16:creationId xmlns:a16="http://schemas.microsoft.com/office/drawing/2014/main" id="{D3811CC1-E79A-FFBA-E346-0C471D6751E2}"/>
                </a:ext>
              </a:extLst>
            </p:cNvPr>
            <p:cNvCxnSpPr/>
            <p:nvPr/>
          </p:nvCxnSpPr>
          <p:spPr>
            <a:xfrm>
              <a:off x="5609669" y="3484012"/>
              <a:ext cx="1031631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82" name="Group 481">
              <a:extLst>
                <a:ext uri="{FF2B5EF4-FFF2-40B4-BE49-F238E27FC236}">
                  <a16:creationId xmlns:a16="http://schemas.microsoft.com/office/drawing/2014/main" id="{ADE35E40-0211-A1B1-A055-27FE241AF5CA}"/>
                </a:ext>
              </a:extLst>
            </p:cNvPr>
            <p:cNvGrpSpPr/>
            <p:nvPr/>
          </p:nvGrpSpPr>
          <p:grpSpPr>
            <a:xfrm>
              <a:off x="6116260" y="3041003"/>
              <a:ext cx="7735170" cy="1063219"/>
              <a:chOff x="4174347" y="2725184"/>
              <a:chExt cx="5398743" cy="691250"/>
            </a:xfrm>
          </p:grpSpPr>
          <p:grpSp>
            <p:nvGrpSpPr>
              <p:cNvPr id="484" name="Group 483">
                <a:extLst>
                  <a:ext uri="{FF2B5EF4-FFF2-40B4-BE49-F238E27FC236}">
                    <a16:creationId xmlns:a16="http://schemas.microsoft.com/office/drawing/2014/main" id="{C12AEA88-E3B9-B36A-B8D2-497E3CFF26C2}"/>
                  </a:ext>
                </a:extLst>
              </p:cNvPr>
              <p:cNvGrpSpPr/>
              <p:nvPr/>
            </p:nvGrpSpPr>
            <p:grpSpPr>
              <a:xfrm>
                <a:off x="4174347" y="2725184"/>
                <a:ext cx="5398743" cy="691250"/>
                <a:chOff x="5412681" y="648470"/>
                <a:chExt cx="6178572" cy="777240"/>
              </a:xfrm>
            </p:grpSpPr>
            <p:sp>
              <p:nvSpPr>
                <p:cNvPr id="486" name="Rounded Rectangle 67">
                  <a:extLst>
                    <a:ext uri="{FF2B5EF4-FFF2-40B4-BE49-F238E27FC236}">
                      <a16:creationId xmlns:a16="http://schemas.microsoft.com/office/drawing/2014/main" id="{B3CDCF2B-4E5D-A00E-3BDB-4A848F388E13}"/>
                    </a:ext>
                  </a:extLst>
                </p:cNvPr>
                <p:cNvSpPr/>
                <p:nvPr/>
              </p:nvSpPr>
              <p:spPr>
                <a:xfrm>
                  <a:off x="5412681" y="648470"/>
                  <a:ext cx="6178572" cy="77724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D30009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sz="120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87" name="Oval 486">
                  <a:extLst>
                    <a:ext uri="{FF2B5EF4-FFF2-40B4-BE49-F238E27FC236}">
                      <a16:creationId xmlns:a16="http://schemas.microsoft.com/office/drawing/2014/main" id="{8DF71EB8-76ED-6883-DA36-D663785CC21D}"/>
                    </a:ext>
                  </a:extLst>
                </p:cNvPr>
                <p:cNvSpPr/>
                <p:nvPr/>
              </p:nvSpPr>
              <p:spPr>
                <a:xfrm>
                  <a:off x="5472487" y="715547"/>
                  <a:ext cx="561688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sz="120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485" name="TextBox 484">
                <a:extLst>
                  <a:ext uri="{FF2B5EF4-FFF2-40B4-BE49-F238E27FC236}">
                    <a16:creationId xmlns:a16="http://schemas.microsoft.com/office/drawing/2014/main" id="{68FEC98C-8C03-B71D-736C-843870E12697}"/>
                  </a:ext>
                </a:extLst>
              </p:cNvPr>
              <p:cNvSpPr txBox="1"/>
              <p:nvPr/>
            </p:nvSpPr>
            <p:spPr>
              <a:xfrm>
                <a:off x="4236292" y="2863972"/>
                <a:ext cx="490795" cy="418606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vi-VN" sz="1100" b="1">
                    <a:latin typeface="Arial" panose="020B0604020202020204" pitchFamily="34" charset="0"/>
                    <a:cs typeface="Arial" panose="020B0604020202020204" pitchFamily="34" charset="0"/>
                  </a:rPr>
                  <a:t>02</a:t>
                </a:r>
                <a:endParaRPr lang="en-IN" sz="11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483" name="TextBox 482">
              <a:extLst>
                <a:ext uri="{FF2B5EF4-FFF2-40B4-BE49-F238E27FC236}">
                  <a16:creationId xmlns:a16="http://schemas.microsoft.com/office/drawing/2014/main" id="{B304AB72-4957-E4CB-F9BC-308696993477}"/>
                </a:ext>
              </a:extLst>
            </p:cNvPr>
            <p:cNvSpPr txBox="1"/>
            <p:nvPr/>
          </p:nvSpPr>
          <p:spPr>
            <a:xfrm>
              <a:off x="6935219" y="3219235"/>
              <a:ext cx="5460671" cy="67842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vi-VN" sz="1200" b="1" kern="100" dirty="0">
                  <a:solidFill>
                    <a:schemeClr val="bg1"/>
                  </a:solidFill>
                  <a:effectLst/>
                  <a:latin typeface="Arial" panose="020B06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Trích xuất không gian </a:t>
              </a:r>
            </a:p>
          </p:txBody>
        </p:sp>
      </p:grpSp>
      <p:sp>
        <p:nvSpPr>
          <p:cNvPr id="2" name="Google Shape;158;p1">
            <a:extLst>
              <a:ext uri="{FF2B5EF4-FFF2-40B4-BE49-F238E27FC236}">
                <a16:creationId xmlns:a16="http://schemas.microsoft.com/office/drawing/2014/main" id="{6B1ABAB3-7540-374D-65CB-3110DBB33104}"/>
              </a:ext>
            </a:extLst>
          </p:cNvPr>
          <p:cNvSpPr txBox="1"/>
          <p:nvPr/>
        </p:nvSpPr>
        <p:spPr>
          <a:xfrm>
            <a:off x="8569967" y="4504974"/>
            <a:ext cx="574034" cy="5043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just">
              <a:lnSpc>
                <a:spcPct val="150000"/>
              </a:lnSpc>
            </a:pPr>
            <a:r>
              <a:rPr lang="vi-VN" sz="2000" b="1" dirty="0">
                <a:solidFill>
                  <a:schemeClr val="bg1"/>
                </a:solidFill>
                <a:latin typeface="Montserrat" panose="00000500000000000000" pitchFamily="2" charset="-93"/>
                <a:sym typeface="Montserrat"/>
              </a:rPr>
              <a:t>03</a:t>
            </a:r>
            <a:endParaRPr sz="2000" b="1" dirty="0">
              <a:solidFill>
                <a:schemeClr val="bg1"/>
              </a:solidFill>
              <a:latin typeface="Montserrat" panose="00000500000000000000" pitchFamily="2" charset="-93"/>
              <a:sym typeface="Montserrat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0">
          <a:extLst>
            <a:ext uri="{FF2B5EF4-FFF2-40B4-BE49-F238E27FC236}">
              <a16:creationId xmlns:a16="http://schemas.microsoft.com/office/drawing/2014/main" id="{7C11AA63-A0F4-F16C-66BA-4C20E3C63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0" descr="Nhận diện thương hiệu Logo HaUI">
            <a:extLst>
              <a:ext uri="{FF2B5EF4-FFF2-40B4-BE49-F238E27FC236}">
                <a16:creationId xmlns:a16="http://schemas.microsoft.com/office/drawing/2014/main" id="{BD655F82-BD97-C73F-E71E-B8611F0257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245" b="99657" l="343" r="99069">
                        <a14:foregroundMark x1="1415" y1="2252" x2="12206" y2="833"/>
                        <a14:foregroundMark x1="12206" y1="833" x2="83333" y2="1912"/>
                        <a14:foregroundMark x1="89020" y1="686" x2="88873" y2="19559"/>
                        <a14:foregroundMark x1="96324" y1="1667" x2="97108" y2="10588"/>
                        <a14:foregroundMark x1="98922" y1="95637" x2="93971" y2="97549"/>
                        <a14:foregroundMark x1="4118" y1="98529" x2="2843" y2="94657"/>
                        <a14:foregroundMark x1="1225" y1="89853" x2="7941" y2="88480"/>
                        <a14:foregroundMark x1="11814" y1="73333" x2="58578" y2="72059"/>
                        <a14:foregroundMark x1="58578" y1="72059" x2="79559" y2="73333"/>
                        <a14:foregroundMark x1="79559" y1="73333" x2="89804" y2="72892"/>
                        <a14:foregroundMark x1="89804" y1="72892" x2="90490" y2="72892"/>
                        <a14:foregroundMark x1="55784" y1="47549" x2="52206" y2="27304"/>
                        <a14:foregroundMark x1="45147" y1="21765" x2="43922" y2="11029"/>
                        <a14:foregroundMark x1="47108" y1="17892" x2="34412" y2="17108"/>
                        <a14:foregroundMark x1="77843" y1="92745" x2="89020" y2="91078"/>
                        <a14:foregroundMark x1="97549" y1="97990" x2="95490" y2="98529"/>
                        <a14:foregroundMark x1="91765" y1="99363" x2="86520" y2="99363"/>
                        <a14:foregroundMark x1="82108" y1="99363" x2="76176" y2="98284"/>
                        <a14:foregroundMark x1="75196" y1="99510" x2="66373" y2="99657"/>
                        <a14:foregroundMark x1="65686" y1="99657" x2="27402" y2="99216"/>
                        <a14:foregroundMark x1="26863" y1="98971" x2="5882" y2="99069"/>
                        <a14:foregroundMark x1="2843" y1="97990" x2="392" y2="93873"/>
                        <a14:foregroundMark x1="1324" y1="88480" x2="1324" y2="78284"/>
                        <a14:foregroundMark x1="931" y1="76765" x2="2598" y2="66765"/>
                        <a14:foregroundMark x1="2598" y1="66765" x2="1225" y2="61716"/>
                        <a14:foregroundMark x1="931" y1="67255" x2="931" y2="68333"/>
                        <a14:foregroundMark x1="931" y1="61471" x2="931" y2="54706"/>
                        <a14:foregroundMark x1="931" y1="49755" x2="637" y2="38186"/>
                        <a14:foregroundMark x1="1078" y1="35686" x2="637" y2="25931"/>
                        <a14:foregroundMark x1="931" y1="22745" x2="539" y2="9902"/>
                        <a14:foregroundMark x1="56324" y1="1373" x2="70686" y2="1373"/>
                        <a14:foregroundMark x1="74657" y1="1225" x2="85686" y2="1225"/>
                        <a14:foregroundMark x1="97010" y1="1814" x2="98382" y2="4951"/>
                        <a14:foregroundMark x1="98480" y1="6471" x2="99069" y2="14902"/>
                        <a14:foregroundMark x1="99069" y1="16667" x2="98922" y2="72353"/>
                        <a14:foregroundMark x1="98775" y1="74853" x2="99069" y2="91912"/>
                        <a14:backgroundMark x1="931" y1="98676" x2="98" y2="98529"/>
                        <a14:backgroundMark x1="1765" y1="1373" x2="539" y2="1373"/>
                        <a14:backgroundMark x1="99069" y1="980" x2="99069" y2="980"/>
                        <a14:backgroundMark x1="99069" y1="980" x2="99216" y2="980"/>
                        <a14:backgroundMark x1="98922" y1="98824" x2="99608" y2="9882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38174" y="23649"/>
            <a:ext cx="481995" cy="4568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Google Shape;178;p53">
            <a:extLst>
              <a:ext uri="{FF2B5EF4-FFF2-40B4-BE49-F238E27FC236}">
                <a16:creationId xmlns:a16="http://schemas.microsoft.com/office/drawing/2014/main" id="{4477A321-512C-3D75-C3EF-4B1B97EFD123}"/>
              </a:ext>
            </a:extLst>
          </p:cNvPr>
          <p:cNvSpPr txBox="1"/>
          <p:nvPr/>
        </p:nvSpPr>
        <p:spPr>
          <a:xfrm>
            <a:off x="1224203" y="-699202"/>
            <a:ext cx="4478808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EF860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Mục đích của đề tài</a:t>
            </a:r>
            <a:endParaRPr sz="2400" b="0" i="0" u="none" strike="noStrike" cap="none" dirty="0">
              <a:solidFill>
                <a:srgbClr val="EF8600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24" name="Google Shape;194;p4">
            <a:extLst>
              <a:ext uri="{FF2B5EF4-FFF2-40B4-BE49-F238E27FC236}">
                <a16:creationId xmlns:a16="http://schemas.microsoft.com/office/drawing/2014/main" id="{45C870D7-F21A-EAA7-3387-5B1C0BA7E64C}"/>
              </a:ext>
            </a:extLst>
          </p:cNvPr>
          <p:cNvSpPr txBox="1"/>
          <p:nvPr/>
        </p:nvSpPr>
        <p:spPr>
          <a:xfrm>
            <a:off x="497256" y="-923378"/>
            <a:ext cx="749807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02</a:t>
            </a:r>
            <a:endParaRPr sz="2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195;p4">
            <a:extLst>
              <a:ext uri="{FF2B5EF4-FFF2-40B4-BE49-F238E27FC236}">
                <a16:creationId xmlns:a16="http://schemas.microsoft.com/office/drawing/2014/main" id="{9478B723-14AD-6E51-F58F-60E2766E3996}"/>
              </a:ext>
            </a:extLst>
          </p:cNvPr>
          <p:cNvSpPr/>
          <p:nvPr/>
        </p:nvSpPr>
        <p:spPr>
          <a:xfrm>
            <a:off x="472326" y="-798954"/>
            <a:ext cx="648000" cy="648000"/>
          </a:xfrm>
          <a:prstGeom prst="rect">
            <a:avLst/>
          </a:prstGeom>
          <a:noFill/>
          <a:ln w="9525" cap="flat" cmpd="sng">
            <a:solidFill>
              <a:srgbClr val="BA7C2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178;p53">
            <a:extLst>
              <a:ext uri="{FF2B5EF4-FFF2-40B4-BE49-F238E27FC236}">
                <a16:creationId xmlns:a16="http://schemas.microsoft.com/office/drawing/2014/main" id="{562EEAE2-C2D7-0266-77C1-449A2E3A146B}"/>
              </a:ext>
            </a:extLst>
          </p:cNvPr>
          <p:cNvSpPr txBox="1"/>
          <p:nvPr/>
        </p:nvSpPr>
        <p:spPr>
          <a:xfrm>
            <a:off x="1142923" y="418398"/>
            <a:ext cx="4478808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EF860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Quy trình thực hiện</a:t>
            </a:r>
            <a:endParaRPr sz="2400" b="0" i="0" u="none" strike="noStrike" cap="none" dirty="0">
              <a:solidFill>
                <a:srgbClr val="EF8600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27" name="Google Shape;194;p4">
            <a:extLst>
              <a:ext uri="{FF2B5EF4-FFF2-40B4-BE49-F238E27FC236}">
                <a16:creationId xmlns:a16="http://schemas.microsoft.com/office/drawing/2014/main" id="{E23D8A24-8FC4-42DE-ECE6-C48C1C410AD3}"/>
              </a:ext>
            </a:extLst>
          </p:cNvPr>
          <p:cNvSpPr txBox="1"/>
          <p:nvPr/>
        </p:nvSpPr>
        <p:spPr>
          <a:xfrm>
            <a:off x="415976" y="194222"/>
            <a:ext cx="749807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0</a:t>
            </a:r>
            <a:r>
              <a:rPr lang="en-US" sz="28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3</a:t>
            </a:r>
            <a:endParaRPr sz="2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195;p4">
            <a:extLst>
              <a:ext uri="{FF2B5EF4-FFF2-40B4-BE49-F238E27FC236}">
                <a16:creationId xmlns:a16="http://schemas.microsoft.com/office/drawing/2014/main" id="{2B87E7D6-A332-64C0-753F-2579BDC8653D}"/>
              </a:ext>
            </a:extLst>
          </p:cNvPr>
          <p:cNvSpPr/>
          <p:nvPr/>
        </p:nvSpPr>
        <p:spPr>
          <a:xfrm>
            <a:off x="391046" y="318646"/>
            <a:ext cx="648000" cy="648000"/>
          </a:xfrm>
          <a:prstGeom prst="rect">
            <a:avLst/>
          </a:prstGeom>
          <a:noFill/>
          <a:ln w="9525" cap="flat" cmpd="sng">
            <a:solidFill>
              <a:srgbClr val="BA7C2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" name="Picture 2" descr="HƯỚNG DẪN TÌM KIẾM SẢN PHẨM BẰNG HÌNH ẢNH">
            <a:extLst>
              <a:ext uri="{FF2B5EF4-FFF2-40B4-BE49-F238E27FC236}">
                <a16:creationId xmlns:a16="http://schemas.microsoft.com/office/drawing/2014/main" id="{732CB0F5-46B6-EAF5-45AB-66A9686EAE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450715" y="1825121"/>
            <a:ext cx="914401" cy="9656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" name="Picture 6" descr="Giỏ hàng - Chi tiết nhỏ nhưng vai trò lớn">
            <a:extLst>
              <a:ext uri="{FF2B5EF4-FFF2-40B4-BE49-F238E27FC236}">
                <a16:creationId xmlns:a16="http://schemas.microsoft.com/office/drawing/2014/main" id="{037BD2EB-050B-94D8-48DA-16E2F72242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64369" y="-3223267"/>
            <a:ext cx="914400" cy="11280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Picture 8" descr="Quản lý đơn hàng: Khái niệm, quy trình và phần mềm tối ưu - GESO | GIẢI  PHÁP TĂNG TRƯỞNG TOÀN DIỆN">
            <a:extLst>
              <a:ext uri="{FF2B5EF4-FFF2-40B4-BE49-F238E27FC236}">
                <a16:creationId xmlns:a16="http://schemas.microsoft.com/office/drawing/2014/main" id="{56EE3846-B7A7-B77E-A30E-AB016EA44F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5947" y="-1252187"/>
            <a:ext cx="1032420" cy="8623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" name="Picture 10" descr="Quản lý cửa hàng: Kỹ năng, quy trình và các công việc cần làm">
            <a:extLst>
              <a:ext uri="{FF2B5EF4-FFF2-40B4-BE49-F238E27FC236}">
                <a16:creationId xmlns:a16="http://schemas.microsoft.com/office/drawing/2014/main" id="{837745E0-4C5A-BE92-9BF1-D0E679D6DF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9698001" y="-1874096"/>
            <a:ext cx="1163991" cy="7239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" name="Picture 16" descr="Các quy định về điều phối hoạt động thống kê nhà nước được cụ thể hóa">
            <a:extLst>
              <a:ext uri="{FF2B5EF4-FFF2-40B4-BE49-F238E27FC236}">
                <a16:creationId xmlns:a16="http://schemas.microsoft.com/office/drawing/2014/main" id="{EE7F7B1E-0ECC-9EB9-FD7B-C93700FA3B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4799" y="-2545020"/>
            <a:ext cx="914401" cy="5873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4" name="Picture 33" descr="A computer with a computer and books&#10;&#10;AI-generated content may be incorrect.">
            <a:extLst>
              <a:ext uri="{FF2B5EF4-FFF2-40B4-BE49-F238E27FC236}">
                <a16:creationId xmlns:a16="http://schemas.microsoft.com/office/drawing/2014/main" id="{11C6D8DD-D520-B000-132D-F9A3F8B9EAA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592621" y="1233345"/>
            <a:ext cx="1204685" cy="862326"/>
          </a:xfrm>
          <a:prstGeom prst="rect">
            <a:avLst/>
          </a:prstGeom>
        </p:spPr>
      </p:pic>
      <p:pic>
        <p:nvPicPr>
          <p:cNvPr id="35" name="Picture 4" descr="Thanh toán (Payment) là gì? Đặc điểm và các hình thức">
            <a:extLst>
              <a:ext uri="{FF2B5EF4-FFF2-40B4-BE49-F238E27FC236}">
                <a16:creationId xmlns:a16="http://schemas.microsoft.com/office/drawing/2014/main" id="{967E4806-811B-0758-6C5A-EB1C9E44F0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92621" y="2635737"/>
            <a:ext cx="1682338" cy="8623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6" name="Picture 35" descr="A person sitting at a computer&#10;&#10;AI-generated content may be incorrect.">
            <a:extLst>
              <a:ext uri="{FF2B5EF4-FFF2-40B4-BE49-F238E27FC236}">
                <a16:creationId xmlns:a16="http://schemas.microsoft.com/office/drawing/2014/main" id="{05C36AE9-7150-863A-ECFB-B17C91CDB588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639462" y="5679826"/>
            <a:ext cx="1572615" cy="965640"/>
          </a:xfrm>
          <a:prstGeom prst="rect">
            <a:avLst/>
          </a:prstGeom>
        </p:spPr>
      </p:pic>
      <p:grpSp>
        <p:nvGrpSpPr>
          <p:cNvPr id="448" name="Group 447">
            <a:extLst>
              <a:ext uri="{FF2B5EF4-FFF2-40B4-BE49-F238E27FC236}">
                <a16:creationId xmlns:a16="http://schemas.microsoft.com/office/drawing/2014/main" id="{9F389A8E-2930-B479-A810-E075BF9491F9}"/>
              </a:ext>
            </a:extLst>
          </p:cNvPr>
          <p:cNvGrpSpPr/>
          <p:nvPr/>
        </p:nvGrpSpPr>
        <p:grpSpPr>
          <a:xfrm>
            <a:off x="2303405" y="1276631"/>
            <a:ext cx="11695209" cy="498556"/>
            <a:chOff x="4863059" y="1925326"/>
            <a:chExt cx="14591244" cy="631453"/>
          </a:xfrm>
        </p:grpSpPr>
        <p:cxnSp>
          <p:nvCxnSpPr>
            <p:cNvPr id="449" name="Straight Connector 448">
              <a:extLst>
                <a:ext uri="{FF2B5EF4-FFF2-40B4-BE49-F238E27FC236}">
                  <a16:creationId xmlns:a16="http://schemas.microsoft.com/office/drawing/2014/main" id="{0598A958-FD87-FE0F-FC78-49671D9EADE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63059" y="2209728"/>
              <a:ext cx="327676" cy="347051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0" name="Straight Connector 449">
              <a:extLst>
                <a:ext uri="{FF2B5EF4-FFF2-40B4-BE49-F238E27FC236}">
                  <a16:creationId xmlns:a16="http://schemas.microsoft.com/office/drawing/2014/main" id="{04302B92-2F9D-9690-0CED-0F1E49D639A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89741" y="2210577"/>
              <a:ext cx="441323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51" name="Group 450">
              <a:extLst>
                <a:ext uri="{FF2B5EF4-FFF2-40B4-BE49-F238E27FC236}">
                  <a16:creationId xmlns:a16="http://schemas.microsoft.com/office/drawing/2014/main" id="{1D9C347F-FC02-555D-915E-EE007B85CE06}"/>
                </a:ext>
              </a:extLst>
            </p:cNvPr>
            <p:cNvGrpSpPr/>
            <p:nvPr/>
          </p:nvGrpSpPr>
          <p:grpSpPr>
            <a:xfrm>
              <a:off x="5560623" y="1925326"/>
              <a:ext cx="5007187" cy="547156"/>
              <a:chOff x="3786541" y="1999828"/>
              <a:chExt cx="3494755" cy="355733"/>
            </a:xfrm>
          </p:grpSpPr>
          <p:grpSp>
            <p:nvGrpSpPr>
              <p:cNvPr id="453" name="Group 452">
                <a:extLst>
                  <a:ext uri="{FF2B5EF4-FFF2-40B4-BE49-F238E27FC236}">
                    <a16:creationId xmlns:a16="http://schemas.microsoft.com/office/drawing/2014/main" id="{544FDFCC-A27C-B42C-ABEB-35B245C835F6}"/>
                  </a:ext>
                </a:extLst>
              </p:cNvPr>
              <p:cNvGrpSpPr/>
              <p:nvPr/>
            </p:nvGrpSpPr>
            <p:grpSpPr>
              <a:xfrm>
                <a:off x="3833015" y="1999828"/>
                <a:ext cx="3448281" cy="355733"/>
                <a:chOff x="5664591" y="704176"/>
                <a:chExt cx="3946375" cy="399985"/>
              </a:xfrm>
            </p:grpSpPr>
            <p:sp>
              <p:nvSpPr>
                <p:cNvPr id="455" name="Rounded Rectangle 64">
                  <a:extLst>
                    <a:ext uri="{FF2B5EF4-FFF2-40B4-BE49-F238E27FC236}">
                      <a16:creationId xmlns:a16="http://schemas.microsoft.com/office/drawing/2014/main" id="{7F1FB0D6-987B-897E-74B7-0B9E8870E187}"/>
                    </a:ext>
                  </a:extLst>
                </p:cNvPr>
                <p:cNvSpPr/>
                <p:nvPr/>
              </p:nvSpPr>
              <p:spPr>
                <a:xfrm>
                  <a:off x="5664591" y="704176"/>
                  <a:ext cx="3946375" cy="399985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16507D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sz="200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56" name="Oval 455">
                  <a:extLst>
                    <a:ext uri="{FF2B5EF4-FFF2-40B4-BE49-F238E27FC236}">
                      <a16:creationId xmlns:a16="http://schemas.microsoft.com/office/drawing/2014/main" id="{797538AC-86DA-A08C-4801-3B9331F248C5}"/>
                    </a:ext>
                  </a:extLst>
                </p:cNvPr>
                <p:cNvSpPr/>
                <p:nvPr/>
              </p:nvSpPr>
              <p:spPr>
                <a:xfrm>
                  <a:off x="5711178" y="735904"/>
                  <a:ext cx="358761" cy="33332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sz="200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454" name="TextBox 453">
                <a:extLst>
                  <a:ext uri="{FF2B5EF4-FFF2-40B4-BE49-F238E27FC236}">
                    <a16:creationId xmlns:a16="http://schemas.microsoft.com/office/drawing/2014/main" id="{183216B2-9E95-96B8-E1F6-DAAA319F057B}"/>
                  </a:ext>
                </a:extLst>
              </p:cNvPr>
              <p:cNvSpPr txBox="1"/>
              <p:nvPr/>
            </p:nvSpPr>
            <p:spPr>
              <a:xfrm>
                <a:off x="3786541" y="2065416"/>
                <a:ext cx="469898" cy="21542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vi-VN" sz="1100" b="1">
                    <a:latin typeface="Arial" panose="020B0604020202020204" pitchFamily="34" charset="0"/>
                    <a:cs typeface="Arial" panose="020B0604020202020204" pitchFamily="34" charset="0"/>
                  </a:rPr>
                  <a:t>01</a:t>
                </a:r>
                <a:endParaRPr lang="en-IN" sz="11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452" name="TextBox 451">
              <a:extLst>
                <a:ext uri="{FF2B5EF4-FFF2-40B4-BE49-F238E27FC236}">
                  <a16:creationId xmlns:a16="http://schemas.microsoft.com/office/drawing/2014/main" id="{D5E1B622-C0FD-4658-3683-2EA6E9A32ECF}"/>
                </a:ext>
              </a:extLst>
            </p:cNvPr>
            <p:cNvSpPr txBox="1"/>
            <p:nvPr/>
          </p:nvSpPr>
          <p:spPr>
            <a:xfrm>
              <a:off x="6157860" y="2018168"/>
              <a:ext cx="13296443" cy="3491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vi-VN" sz="1200" b="1" kern="100" dirty="0">
                  <a:solidFill>
                    <a:schemeClr val="bg1"/>
                  </a:solidFill>
                  <a:effectLst/>
                  <a:latin typeface="Arial" panose="020B06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Tiền xử lý dữ liệu</a:t>
              </a:r>
            </a:p>
          </p:txBody>
        </p:sp>
      </p:grpSp>
      <p:grpSp>
        <p:nvGrpSpPr>
          <p:cNvPr id="457" name="Group 456">
            <a:extLst>
              <a:ext uri="{FF2B5EF4-FFF2-40B4-BE49-F238E27FC236}">
                <a16:creationId xmlns:a16="http://schemas.microsoft.com/office/drawing/2014/main" id="{BA54EFE6-2190-BA3F-5A1C-EA308D1E3F3C}"/>
              </a:ext>
            </a:extLst>
          </p:cNvPr>
          <p:cNvGrpSpPr/>
          <p:nvPr/>
        </p:nvGrpSpPr>
        <p:grpSpPr>
          <a:xfrm>
            <a:off x="2742356" y="2488630"/>
            <a:ext cx="5229396" cy="432000"/>
            <a:chOff x="4032715" y="4400368"/>
            <a:chExt cx="11390719" cy="854148"/>
          </a:xfrm>
        </p:grpSpPr>
        <p:cxnSp>
          <p:nvCxnSpPr>
            <p:cNvPr id="458" name="Straight Connector 457">
              <a:extLst>
                <a:ext uri="{FF2B5EF4-FFF2-40B4-BE49-F238E27FC236}">
                  <a16:creationId xmlns:a16="http://schemas.microsoft.com/office/drawing/2014/main" id="{2EB56AB2-28A1-C588-528D-A8E8A37B2223}"/>
                </a:ext>
              </a:extLst>
            </p:cNvPr>
            <p:cNvCxnSpPr>
              <a:cxnSpLocks/>
              <a:endCxn id="463" idx="1"/>
            </p:cNvCxnSpPr>
            <p:nvPr/>
          </p:nvCxnSpPr>
          <p:spPr>
            <a:xfrm flipV="1">
              <a:off x="4032715" y="4827442"/>
              <a:ext cx="1493548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59" name="Group 458">
              <a:extLst>
                <a:ext uri="{FF2B5EF4-FFF2-40B4-BE49-F238E27FC236}">
                  <a16:creationId xmlns:a16="http://schemas.microsoft.com/office/drawing/2014/main" id="{C86E759B-FB22-FA4D-22F9-A63FB8978A99}"/>
                </a:ext>
              </a:extLst>
            </p:cNvPr>
            <p:cNvGrpSpPr/>
            <p:nvPr/>
          </p:nvGrpSpPr>
          <p:grpSpPr>
            <a:xfrm>
              <a:off x="5526262" y="4400368"/>
              <a:ext cx="8625710" cy="854148"/>
              <a:chOff x="4486995" y="3110071"/>
              <a:chExt cx="5564106" cy="576042"/>
            </a:xfrm>
          </p:grpSpPr>
          <p:grpSp>
            <p:nvGrpSpPr>
              <p:cNvPr id="461" name="Group 460">
                <a:extLst>
                  <a:ext uri="{FF2B5EF4-FFF2-40B4-BE49-F238E27FC236}">
                    <a16:creationId xmlns:a16="http://schemas.microsoft.com/office/drawing/2014/main" id="{F22280BB-4835-A82B-CE44-3DB451660E8F}"/>
                  </a:ext>
                </a:extLst>
              </p:cNvPr>
              <p:cNvGrpSpPr/>
              <p:nvPr/>
            </p:nvGrpSpPr>
            <p:grpSpPr>
              <a:xfrm>
                <a:off x="4486995" y="3110071"/>
                <a:ext cx="5564106" cy="576042"/>
                <a:chOff x="5399780" y="209942"/>
                <a:chExt cx="6367812" cy="647700"/>
              </a:xfrm>
            </p:grpSpPr>
            <p:sp>
              <p:nvSpPr>
                <p:cNvPr id="463" name="Rounded Rectangle 35">
                  <a:extLst>
                    <a:ext uri="{FF2B5EF4-FFF2-40B4-BE49-F238E27FC236}">
                      <a16:creationId xmlns:a16="http://schemas.microsoft.com/office/drawing/2014/main" id="{B4EBCB8B-845A-6F14-6718-4DDD595A5F03}"/>
                    </a:ext>
                  </a:extLst>
                </p:cNvPr>
                <p:cNvSpPr/>
                <p:nvPr/>
              </p:nvSpPr>
              <p:spPr>
                <a:xfrm>
                  <a:off x="5399780" y="209942"/>
                  <a:ext cx="6367812" cy="64770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22445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sz="120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64" name="Oval 463">
                  <a:extLst>
                    <a:ext uri="{FF2B5EF4-FFF2-40B4-BE49-F238E27FC236}">
                      <a16:creationId xmlns:a16="http://schemas.microsoft.com/office/drawing/2014/main" id="{2E4F5FB1-6C8D-990C-DE31-B51FC7ED9740}"/>
                    </a:ext>
                  </a:extLst>
                </p:cNvPr>
                <p:cNvSpPr/>
                <p:nvPr/>
              </p:nvSpPr>
              <p:spPr>
                <a:xfrm>
                  <a:off x="5453527" y="265418"/>
                  <a:ext cx="578892" cy="53975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sz="120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462" name="TextBox 461">
                <a:extLst>
                  <a:ext uri="{FF2B5EF4-FFF2-40B4-BE49-F238E27FC236}">
                    <a16:creationId xmlns:a16="http://schemas.microsoft.com/office/drawing/2014/main" id="{9FB58DEE-69D4-31A7-8F13-5574FC6373CD}"/>
                  </a:ext>
                </a:extLst>
              </p:cNvPr>
              <p:cNvSpPr txBox="1"/>
              <p:nvPr/>
            </p:nvSpPr>
            <p:spPr>
              <a:xfrm>
                <a:off x="4513512" y="3226451"/>
                <a:ext cx="546005" cy="348837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vi-VN" sz="1100" b="1">
                    <a:latin typeface="Arial" panose="020B0604020202020204" pitchFamily="34" charset="0"/>
                    <a:cs typeface="Arial" panose="020B0604020202020204" pitchFamily="34" charset="0"/>
                  </a:rPr>
                  <a:t>03</a:t>
                </a:r>
                <a:endParaRPr lang="en-IN" sz="11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460" name="TextBox 459">
              <a:extLst>
                <a:ext uri="{FF2B5EF4-FFF2-40B4-BE49-F238E27FC236}">
                  <a16:creationId xmlns:a16="http://schemas.microsoft.com/office/drawing/2014/main" id="{BC80D3C2-A1E0-84FC-9804-70CEF5ECC898}"/>
                </a:ext>
              </a:extLst>
            </p:cNvPr>
            <p:cNvSpPr txBox="1"/>
            <p:nvPr/>
          </p:nvSpPr>
          <p:spPr>
            <a:xfrm>
              <a:off x="6388191" y="4542799"/>
              <a:ext cx="9035243" cy="54502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vi-VN" sz="1200" b="1" kern="100" dirty="0">
                  <a:solidFill>
                    <a:schemeClr val="bg1"/>
                  </a:solidFill>
                  <a:latin typeface="Arial" panose="020B06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Huấn luyện mô hình	</a:t>
              </a:r>
            </a:p>
          </p:txBody>
        </p:sp>
      </p:grpSp>
      <p:grpSp>
        <p:nvGrpSpPr>
          <p:cNvPr id="465" name="Group 464">
            <a:extLst>
              <a:ext uri="{FF2B5EF4-FFF2-40B4-BE49-F238E27FC236}">
                <a16:creationId xmlns:a16="http://schemas.microsoft.com/office/drawing/2014/main" id="{64ED1196-423E-7287-6457-5B2433DF6F08}"/>
              </a:ext>
            </a:extLst>
          </p:cNvPr>
          <p:cNvGrpSpPr/>
          <p:nvPr/>
        </p:nvGrpSpPr>
        <p:grpSpPr>
          <a:xfrm>
            <a:off x="2622772" y="3131173"/>
            <a:ext cx="4525637" cy="432000"/>
            <a:chOff x="4142564" y="5449759"/>
            <a:chExt cx="15791450" cy="886015"/>
          </a:xfrm>
        </p:grpSpPr>
        <p:cxnSp>
          <p:nvCxnSpPr>
            <p:cNvPr id="466" name="Straight Connector 465">
              <a:extLst>
                <a:ext uri="{FF2B5EF4-FFF2-40B4-BE49-F238E27FC236}">
                  <a16:creationId xmlns:a16="http://schemas.microsoft.com/office/drawing/2014/main" id="{30D3B320-EA1E-D20F-1178-79BD8DBCA37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142564" y="5562878"/>
              <a:ext cx="833347" cy="312251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7" name="Straight Connector 466">
              <a:extLst>
                <a:ext uri="{FF2B5EF4-FFF2-40B4-BE49-F238E27FC236}">
                  <a16:creationId xmlns:a16="http://schemas.microsoft.com/office/drawing/2014/main" id="{73A6EB94-AC95-C08A-5B9B-E0CF929355BB}"/>
                </a:ext>
              </a:extLst>
            </p:cNvPr>
            <p:cNvCxnSpPr>
              <a:cxnSpLocks/>
            </p:cNvCxnSpPr>
            <p:nvPr/>
          </p:nvCxnSpPr>
          <p:spPr>
            <a:xfrm>
              <a:off x="4975911" y="5875128"/>
              <a:ext cx="1235747" cy="17638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68" name="Group 467">
              <a:extLst>
                <a:ext uri="{FF2B5EF4-FFF2-40B4-BE49-F238E27FC236}">
                  <a16:creationId xmlns:a16="http://schemas.microsoft.com/office/drawing/2014/main" id="{F4CC7604-6528-56BA-00EB-77059320AFDE}"/>
                </a:ext>
              </a:extLst>
            </p:cNvPr>
            <p:cNvGrpSpPr/>
            <p:nvPr/>
          </p:nvGrpSpPr>
          <p:grpSpPr>
            <a:xfrm>
              <a:off x="6116256" y="5449759"/>
              <a:ext cx="13817758" cy="886015"/>
              <a:chOff x="4174346" y="4291238"/>
              <a:chExt cx="9644068" cy="576042"/>
            </a:xfrm>
          </p:grpSpPr>
          <p:grpSp>
            <p:nvGrpSpPr>
              <p:cNvPr id="470" name="Group 469">
                <a:extLst>
                  <a:ext uri="{FF2B5EF4-FFF2-40B4-BE49-F238E27FC236}">
                    <a16:creationId xmlns:a16="http://schemas.microsoft.com/office/drawing/2014/main" id="{EC55ACC8-86A0-4995-A8F8-DFA6B5C0FB85}"/>
                  </a:ext>
                </a:extLst>
              </p:cNvPr>
              <p:cNvGrpSpPr/>
              <p:nvPr/>
            </p:nvGrpSpPr>
            <p:grpSpPr>
              <a:xfrm>
                <a:off x="4174346" y="4291238"/>
                <a:ext cx="9644068" cy="576042"/>
                <a:chOff x="5412678" y="666750"/>
                <a:chExt cx="11037119" cy="647700"/>
              </a:xfrm>
            </p:grpSpPr>
            <p:sp>
              <p:nvSpPr>
                <p:cNvPr id="503" name="Rounded Rectangle 38">
                  <a:extLst>
                    <a:ext uri="{FF2B5EF4-FFF2-40B4-BE49-F238E27FC236}">
                      <a16:creationId xmlns:a16="http://schemas.microsoft.com/office/drawing/2014/main" id="{FDE04A46-0AE5-0C86-02CD-615E0153E1BE}"/>
                    </a:ext>
                  </a:extLst>
                </p:cNvPr>
                <p:cNvSpPr/>
                <p:nvPr/>
              </p:nvSpPr>
              <p:spPr>
                <a:xfrm>
                  <a:off x="5412678" y="666750"/>
                  <a:ext cx="11037119" cy="64770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EC810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sz="120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504" name="Oval 503">
                  <a:extLst>
                    <a:ext uri="{FF2B5EF4-FFF2-40B4-BE49-F238E27FC236}">
                      <a16:creationId xmlns:a16="http://schemas.microsoft.com/office/drawing/2014/main" id="{A1259934-76BD-7F7E-2242-3DE119F7E96A}"/>
                    </a:ext>
                  </a:extLst>
                </p:cNvPr>
                <p:cNvSpPr/>
                <p:nvPr/>
              </p:nvSpPr>
              <p:spPr>
                <a:xfrm>
                  <a:off x="5474745" y="722401"/>
                  <a:ext cx="1003374" cy="53975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sz="120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502" name="TextBox 501">
                <a:extLst>
                  <a:ext uri="{FF2B5EF4-FFF2-40B4-BE49-F238E27FC236}">
                    <a16:creationId xmlns:a16="http://schemas.microsoft.com/office/drawing/2014/main" id="{D6EB9A47-442C-5C15-D1E7-24BEF9A19507}"/>
                  </a:ext>
                </a:extLst>
              </p:cNvPr>
              <p:cNvSpPr txBox="1"/>
              <p:nvPr/>
            </p:nvSpPr>
            <p:spPr>
              <a:xfrm>
                <a:off x="4213302" y="4396051"/>
                <a:ext cx="876733" cy="348839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vi-VN" sz="1100" b="1">
                    <a:latin typeface="Arial" panose="020B0604020202020204" pitchFamily="34" charset="0"/>
                    <a:cs typeface="Arial" panose="020B0604020202020204" pitchFamily="34" charset="0"/>
                  </a:rPr>
                  <a:t>04</a:t>
                </a:r>
                <a:endParaRPr lang="en-IN" sz="11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469" name="TextBox 468">
              <a:extLst>
                <a:ext uri="{FF2B5EF4-FFF2-40B4-BE49-F238E27FC236}">
                  <a16:creationId xmlns:a16="http://schemas.microsoft.com/office/drawing/2014/main" id="{1E86DA1B-727C-CC15-9A23-985CCB27A93B}"/>
                </a:ext>
              </a:extLst>
            </p:cNvPr>
            <p:cNvSpPr txBox="1"/>
            <p:nvPr/>
          </p:nvSpPr>
          <p:spPr>
            <a:xfrm>
              <a:off x="7472008" y="5613428"/>
              <a:ext cx="11828204" cy="5653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vi-VN" sz="1200" b="1" kern="100" dirty="0">
                  <a:solidFill>
                    <a:schemeClr val="bg1"/>
                  </a:solidFill>
                  <a:latin typeface="Arial" panose="020B06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Đánh giá mô hình</a:t>
              </a:r>
            </a:p>
          </p:txBody>
        </p:sp>
      </p:grpSp>
      <p:grpSp>
        <p:nvGrpSpPr>
          <p:cNvPr id="505" name="Group 504">
            <a:extLst>
              <a:ext uri="{FF2B5EF4-FFF2-40B4-BE49-F238E27FC236}">
                <a16:creationId xmlns:a16="http://schemas.microsoft.com/office/drawing/2014/main" id="{2248EFB5-D792-8361-4B43-623A0298D90E}"/>
              </a:ext>
            </a:extLst>
          </p:cNvPr>
          <p:cNvGrpSpPr/>
          <p:nvPr/>
        </p:nvGrpSpPr>
        <p:grpSpPr>
          <a:xfrm>
            <a:off x="2306258" y="3621279"/>
            <a:ext cx="4642023" cy="597765"/>
            <a:chOff x="3782604" y="6176681"/>
            <a:chExt cx="9117525" cy="1471188"/>
          </a:xfrm>
        </p:grpSpPr>
        <p:cxnSp>
          <p:nvCxnSpPr>
            <p:cNvPr id="506" name="Straight Connector 505">
              <a:extLst>
                <a:ext uri="{FF2B5EF4-FFF2-40B4-BE49-F238E27FC236}">
                  <a16:creationId xmlns:a16="http://schemas.microsoft.com/office/drawing/2014/main" id="{83DF7442-7AA6-89D2-9D0F-97C5FC278EE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782604" y="6176681"/>
              <a:ext cx="702199" cy="883552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7" name="Straight Connector 506">
              <a:extLst>
                <a:ext uri="{FF2B5EF4-FFF2-40B4-BE49-F238E27FC236}">
                  <a16:creationId xmlns:a16="http://schemas.microsoft.com/office/drawing/2014/main" id="{753BB41F-C7E1-C4A0-D684-71491CD6ADD3}"/>
                </a:ext>
              </a:extLst>
            </p:cNvPr>
            <p:cNvCxnSpPr>
              <a:cxnSpLocks/>
            </p:cNvCxnSpPr>
            <p:nvPr/>
          </p:nvCxnSpPr>
          <p:spPr>
            <a:xfrm>
              <a:off x="4487747" y="7056518"/>
              <a:ext cx="1061662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08" name="Group 507">
              <a:extLst>
                <a:ext uri="{FF2B5EF4-FFF2-40B4-BE49-F238E27FC236}">
                  <a16:creationId xmlns:a16="http://schemas.microsoft.com/office/drawing/2014/main" id="{3ACC7221-1C25-BA06-A6FB-6BA79714911A}"/>
                </a:ext>
              </a:extLst>
            </p:cNvPr>
            <p:cNvGrpSpPr/>
            <p:nvPr/>
          </p:nvGrpSpPr>
          <p:grpSpPr>
            <a:xfrm>
              <a:off x="5122183" y="6584654"/>
              <a:ext cx="7777946" cy="1063215"/>
              <a:chOff x="3480534" y="5029088"/>
              <a:chExt cx="5428597" cy="691248"/>
            </a:xfrm>
          </p:grpSpPr>
          <p:grpSp>
            <p:nvGrpSpPr>
              <p:cNvPr id="510" name="Group 509">
                <a:extLst>
                  <a:ext uri="{FF2B5EF4-FFF2-40B4-BE49-F238E27FC236}">
                    <a16:creationId xmlns:a16="http://schemas.microsoft.com/office/drawing/2014/main" id="{EA410E7D-F070-2B6C-8E1E-029ADF2F71E5}"/>
                  </a:ext>
                </a:extLst>
              </p:cNvPr>
              <p:cNvGrpSpPr/>
              <p:nvPr/>
            </p:nvGrpSpPr>
            <p:grpSpPr>
              <a:xfrm>
                <a:off x="3480534" y="5029088"/>
                <a:ext cx="5428597" cy="691248"/>
                <a:chOff x="5261195" y="625095"/>
                <a:chExt cx="6212738" cy="777238"/>
              </a:xfrm>
            </p:grpSpPr>
            <p:sp>
              <p:nvSpPr>
                <p:cNvPr id="512" name="Rounded Rectangle 42">
                  <a:extLst>
                    <a:ext uri="{FF2B5EF4-FFF2-40B4-BE49-F238E27FC236}">
                      <a16:creationId xmlns:a16="http://schemas.microsoft.com/office/drawing/2014/main" id="{A258DD3D-A9E2-A14E-A256-FE6853C5EC4D}"/>
                    </a:ext>
                  </a:extLst>
                </p:cNvPr>
                <p:cNvSpPr/>
                <p:nvPr/>
              </p:nvSpPr>
              <p:spPr>
                <a:xfrm>
                  <a:off x="5261195" y="625095"/>
                  <a:ext cx="6212738" cy="777238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16507D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sz="200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513" name="Oval 512">
                  <a:extLst>
                    <a:ext uri="{FF2B5EF4-FFF2-40B4-BE49-F238E27FC236}">
                      <a16:creationId xmlns:a16="http://schemas.microsoft.com/office/drawing/2014/main" id="{15D626DC-3670-2C51-87D2-957FEEA0BF53}"/>
                    </a:ext>
                  </a:extLst>
                </p:cNvPr>
                <p:cNvSpPr/>
                <p:nvPr/>
              </p:nvSpPr>
              <p:spPr>
                <a:xfrm>
                  <a:off x="5316048" y="692686"/>
                  <a:ext cx="564794" cy="647698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sz="200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511" name="TextBox 510">
                <a:extLst>
                  <a:ext uri="{FF2B5EF4-FFF2-40B4-BE49-F238E27FC236}">
                    <a16:creationId xmlns:a16="http://schemas.microsoft.com/office/drawing/2014/main" id="{B438FB01-F627-1235-5DA3-022AD3E48A7B}"/>
                  </a:ext>
                </a:extLst>
              </p:cNvPr>
              <p:cNvSpPr txBox="1"/>
              <p:nvPr/>
            </p:nvSpPr>
            <p:spPr>
              <a:xfrm>
                <a:off x="3540268" y="5297246"/>
                <a:ext cx="469898" cy="176430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vi-VN" sz="1100" b="1">
                    <a:latin typeface="Arial" panose="020B0604020202020204" pitchFamily="34" charset="0"/>
                    <a:cs typeface="Arial" panose="020B0604020202020204" pitchFamily="34" charset="0"/>
                  </a:rPr>
                  <a:t>05</a:t>
                </a:r>
                <a:endParaRPr lang="en-IN" sz="11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509" name="TextBox 508">
              <a:extLst>
                <a:ext uri="{FF2B5EF4-FFF2-40B4-BE49-F238E27FC236}">
                  <a16:creationId xmlns:a16="http://schemas.microsoft.com/office/drawing/2014/main" id="{CD1720D5-29C2-1FFC-F199-97EDB249AF02}"/>
                </a:ext>
              </a:extLst>
            </p:cNvPr>
            <p:cNvSpPr txBox="1"/>
            <p:nvPr/>
          </p:nvSpPr>
          <p:spPr>
            <a:xfrm>
              <a:off x="5910958" y="6793708"/>
              <a:ext cx="5582241" cy="64070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vi-VN" sz="1100" b="1" kern="100" dirty="0">
                  <a:solidFill>
                    <a:schemeClr val="bg1"/>
                  </a:solidFill>
                  <a:effectLst/>
                  <a:latin typeface="Arial" panose="020B06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Phát triển hệ thống</a:t>
              </a:r>
            </a:p>
          </p:txBody>
        </p:sp>
      </p:grpSp>
      <p:grpSp>
        <p:nvGrpSpPr>
          <p:cNvPr id="514" name="Group 513">
            <a:extLst>
              <a:ext uri="{FF2B5EF4-FFF2-40B4-BE49-F238E27FC236}">
                <a16:creationId xmlns:a16="http://schemas.microsoft.com/office/drawing/2014/main" id="{4BD022C7-053D-EE5A-DB50-E46306AF77B5}"/>
              </a:ext>
            </a:extLst>
          </p:cNvPr>
          <p:cNvGrpSpPr/>
          <p:nvPr/>
        </p:nvGrpSpPr>
        <p:grpSpPr>
          <a:xfrm>
            <a:off x="2638748" y="1867521"/>
            <a:ext cx="4529571" cy="432000"/>
            <a:chOff x="5003702" y="3041003"/>
            <a:chExt cx="8847728" cy="1063219"/>
          </a:xfrm>
        </p:grpSpPr>
        <p:cxnSp>
          <p:nvCxnSpPr>
            <p:cNvPr id="515" name="Straight Connector 514">
              <a:extLst>
                <a:ext uri="{FF2B5EF4-FFF2-40B4-BE49-F238E27FC236}">
                  <a16:creationId xmlns:a16="http://schemas.microsoft.com/office/drawing/2014/main" id="{AA36EC0C-74CA-A553-4858-2826B5C1D0B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03702" y="3486485"/>
              <a:ext cx="625781" cy="354406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6" name="Straight Connector 515">
              <a:extLst>
                <a:ext uri="{FF2B5EF4-FFF2-40B4-BE49-F238E27FC236}">
                  <a16:creationId xmlns:a16="http://schemas.microsoft.com/office/drawing/2014/main" id="{B984C9A9-4573-28C5-C29F-52A6342C4079}"/>
                </a:ext>
              </a:extLst>
            </p:cNvPr>
            <p:cNvCxnSpPr/>
            <p:nvPr/>
          </p:nvCxnSpPr>
          <p:spPr>
            <a:xfrm>
              <a:off x="5609669" y="3484012"/>
              <a:ext cx="1031631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17" name="Group 516">
              <a:extLst>
                <a:ext uri="{FF2B5EF4-FFF2-40B4-BE49-F238E27FC236}">
                  <a16:creationId xmlns:a16="http://schemas.microsoft.com/office/drawing/2014/main" id="{6748993E-D351-353D-F3E0-32CED3B884A3}"/>
                </a:ext>
              </a:extLst>
            </p:cNvPr>
            <p:cNvGrpSpPr/>
            <p:nvPr/>
          </p:nvGrpSpPr>
          <p:grpSpPr>
            <a:xfrm>
              <a:off x="6116260" y="3041003"/>
              <a:ext cx="7735170" cy="1063219"/>
              <a:chOff x="4174347" y="2725184"/>
              <a:chExt cx="5398743" cy="691250"/>
            </a:xfrm>
          </p:grpSpPr>
          <p:grpSp>
            <p:nvGrpSpPr>
              <p:cNvPr id="519" name="Group 518">
                <a:extLst>
                  <a:ext uri="{FF2B5EF4-FFF2-40B4-BE49-F238E27FC236}">
                    <a16:creationId xmlns:a16="http://schemas.microsoft.com/office/drawing/2014/main" id="{E657F5CD-58EA-EE0A-B114-65881B883DE8}"/>
                  </a:ext>
                </a:extLst>
              </p:cNvPr>
              <p:cNvGrpSpPr/>
              <p:nvPr/>
            </p:nvGrpSpPr>
            <p:grpSpPr>
              <a:xfrm>
                <a:off x="4174347" y="2725184"/>
                <a:ext cx="5398743" cy="691250"/>
                <a:chOff x="5412681" y="648470"/>
                <a:chExt cx="6178572" cy="777240"/>
              </a:xfrm>
            </p:grpSpPr>
            <p:sp>
              <p:nvSpPr>
                <p:cNvPr id="521" name="Rounded Rectangle 67">
                  <a:extLst>
                    <a:ext uri="{FF2B5EF4-FFF2-40B4-BE49-F238E27FC236}">
                      <a16:creationId xmlns:a16="http://schemas.microsoft.com/office/drawing/2014/main" id="{383EEB3E-BCF8-0D3B-86E9-63537942D844}"/>
                    </a:ext>
                  </a:extLst>
                </p:cNvPr>
                <p:cNvSpPr/>
                <p:nvPr/>
              </p:nvSpPr>
              <p:spPr>
                <a:xfrm>
                  <a:off x="5412681" y="648470"/>
                  <a:ext cx="6178572" cy="77724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D30009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sz="120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522" name="Oval 521">
                  <a:extLst>
                    <a:ext uri="{FF2B5EF4-FFF2-40B4-BE49-F238E27FC236}">
                      <a16:creationId xmlns:a16="http://schemas.microsoft.com/office/drawing/2014/main" id="{B5AA3D0F-59BE-3A65-C6D1-39E475C0FE42}"/>
                    </a:ext>
                  </a:extLst>
                </p:cNvPr>
                <p:cNvSpPr/>
                <p:nvPr/>
              </p:nvSpPr>
              <p:spPr>
                <a:xfrm>
                  <a:off x="5472487" y="715547"/>
                  <a:ext cx="561688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sz="120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520" name="TextBox 519">
                <a:extLst>
                  <a:ext uri="{FF2B5EF4-FFF2-40B4-BE49-F238E27FC236}">
                    <a16:creationId xmlns:a16="http://schemas.microsoft.com/office/drawing/2014/main" id="{01CBCBBF-7F51-7F85-D691-7090258292AF}"/>
                  </a:ext>
                </a:extLst>
              </p:cNvPr>
              <p:cNvSpPr txBox="1"/>
              <p:nvPr/>
            </p:nvSpPr>
            <p:spPr>
              <a:xfrm>
                <a:off x="4236292" y="2863972"/>
                <a:ext cx="490795" cy="418606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vi-VN" sz="1100" b="1">
                    <a:latin typeface="Arial" panose="020B0604020202020204" pitchFamily="34" charset="0"/>
                    <a:cs typeface="Arial" panose="020B0604020202020204" pitchFamily="34" charset="0"/>
                  </a:rPr>
                  <a:t>02</a:t>
                </a:r>
                <a:endParaRPr lang="en-IN" sz="11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518" name="TextBox 517">
              <a:extLst>
                <a:ext uri="{FF2B5EF4-FFF2-40B4-BE49-F238E27FC236}">
                  <a16:creationId xmlns:a16="http://schemas.microsoft.com/office/drawing/2014/main" id="{EB0CB4A3-D36F-7810-1BA8-568AB0242EB5}"/>
                </a:ext>
              </a:extLst>
            </p:cNvPr>
            <p:cNvSpPr txBox="1"/>
            <p:nvPr/>
          </p:nvSpPr>
          <p:spPr>
            <a:xfrm>
              <a:off x="6935219" y="3219235"/>
              <a:ext cx="5460671" cy="67842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vi-VN" sz="1200" b="1" kern="100" dirty="0">
                  <a:solidFill>
                    <a:schemeClr val="bg1"/>
                  </a:solidFill>
                  <a:effectLst/>
                  <a:latin typeface="Arial" panose="020B06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Trích xuất không gian</a:t>
              </a:r>
            </a:p>
          </p:txBody>
        </p:sp>
      </p:grpSp>
      <p:grpSp>
        <p:nvGrpSpPr>
          <p:cNvPr id="546" name="Group 545">
            <a:extLst>
              <a:ext uri="{FF2B5EF4-FFF2-40B4-BE49-F238E27FC236}">
                <a16:creationId xmlns:a16="http://schemas.microsoft.com/office/drawing/2014/main" id="{2F9229BD-6122-D043-BF4F-4385ED9D7FEB}"/>
              </a:ext>
            </a:extLst>
          </p:cNvPr>
          <p:cNvGrpSpPr/>
          <p:nvPr/>
        </p:nvGrpSpPr>
        <p:grpSpPr>
          <a:xfrm>
            <a:off x="407194" y="1528229"/>
            <a:ext cx="2340000" cy="2340000"/>
            <a:chOff x="407194" y="1528229"/>
            <a:chExt cx="2340000" cy="2340000"/>
          </a:xfrm>
        </p:grpSpPr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8887FAA2-8DEA-A1AA-B704-99FF6E5D208E}"/>
                </a:ext>
              </a:extLst>
            </p:cNvPr>
            <p:cNvGrpSpPr/>
            <p:nvPr/>
          </p:nvGrpSpPr>
          <p:grpSpPr>
            <a:xfrm>
              <a:off x="407194" y="1528229"/>
              <a:ext cx="2340000" cy="2340000"/>
              <a:chOff x="137678" y="2011521"/>
              <a:chExt cx="3434093" cy="3495328"/>
            </a:xfrm>
          </p:grpSpPr>
          <p:grpSp>
            <p:nvGrpSpPr>
              <p:cNvPr id="38" name="Group 37">
                <a:extLst>
                  <a:ext uri="{FF2B5EF4-FFF2-40B4-BE49-F238E27FC236}">
                    <a16:creationId xmlns:a16="http://schemas.microsoft.com/office/drawing/2014/main" id="{0688605A-2259-8DD2-3315-A7AF3EB9C40A}"/>
                  </a:ext>
                </a:extLst>
              </p:cNvPr>
              <p:cNvGrpSpPr/>
              <p:nvPr/>
            </p:nvGrpSpPr>
            <p:grpSpPr>
              <a:xfrm>
                <a:off x="137678" y="2011521"/>
                <a:ext cx="3434093" cy="3495328"/>
                <a:chOff x="854529" y="1084930"/>
                <a:chExt cx="4501243" cy="4501243"/>
              </a:xfrm>
            </p:grpSpPr>
            <p:sp>
              <p:nvSpPr>
                <p:cNvPr id="57" name="Oval 56">
                  <a:extLst>
                    <a:ext uri="{FF2B5EF4-FFF2-40B4-BE49-F238E27FC236}">
                      <a16:creationId xmlns:a16="http://schemas.microsoft.com/office/drawing/2014/main" id="{983EB2DA-D5C3-4E5A-23C7-AA16411A2F49}"/>
                    </a:ext>
                  </a:extLst>
                </p:cNvPr>
                <p:cNvSpPr/>
                <p:nvPr/>
              </p:nvSpPr>
              <p:spPr>
                <a:xfrm>
                  <a:off x="854529" y="1084930"/>
                  <a:ext cx="4501241" cy="4501243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sz="200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58" name="Freeform 88">
                  <a:extLst>
                    <a:ext uri="{FF2B5EF4-FFF2-40B4-BE49-F238E27FC236}">
                      <a16:creationId xmlns:a16="http://schemas.microsoft.com/office/drawing/2014/main" id="{9F6F4472-0265-3C7D-BD87-D3EBE79FDB3E}"/>
                    </a:ext>
                  </a:extLst>
                </p:cNvPr>
                <p:cNvSpPr/>
                <p:nvPr/>
              </p:nvSpPr>
              <p:spPr>
                <a:xfrm>
                  <a:off x="3806441" y="1298639"/>
                  <a:ext cx="1045698" cy="993395"/>
                </a:xfrm>
                <a:custGeom>
                  <a:avLst/>
                  <a:gdLst>
                    <a:gd name="connsiteX0" fmla="*/ 292763 w 1218550"/>
                    <a:gd name="connsiteY0" fmla="*/ 0 h 1157601"/>
                    <a:gd name="connsiteX1" fmla="*/ 432894 w 1218550"/>
                    <a:gd name="connsiteY1" fmla="*/ 67505 h 1157601"/>
                    <a:gd name="connsiteX2" fmla="*/ 1206546 w 1218550"/>
                    <a:gd name="connsiteY2" fmla="*/ 705365 h 1157601"/>
                    <a:gd name="connsiteX3" fmla="*/ 1218550 w 1218550"/>
                    <a:gd name="connsiteY3" fmla="*/ 721417 h 1157601"/>
                    <a:gd name="connsiteX4" fmla="*/ 679908 w 1218550"/>
                    <a:gd name="connsiteY4" fmla="*/ 1157601 h 1157601"/>
                    <a:gd name="connsiteX5" fmla="*/ 671529 w 1218550"/>
                    <a:gd name="connsiteY5" fmla="*/ 1146396 h 1157601"/>
                    <a:gd name="connsiteX6" fmla="*/ 102406 w 1218550"/>
                    <a:gd name="connsiteY6" fmla="*/ 677165 h 1157601"/>
                    <a:gd name="connsiteX7" fmla="*/ 0 w 1218550"/>
                    <a:gd name="connsiteY7" fmla="*/ 627833 h 1157601"/>
                    <a:gd name="connsiteX8" fmla="*/ 292763 w 1218550"/>
                    <a:gd name="connsiteY8" fmla="*/ 0 h 115760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218550" h="1157601">
                      <a:moveTo>
                        <a:pt x="292763" y="0"/>
                      </a:moveTo>
                      <a:lnTo>
                        <a:pt x="432894" y="67505"/>
                      </a:lnTo>
                      <a:cubicBezTo>
                        <a:pt x="730184" y="229002"/>
                        <a:pt x="992755" y="446309"/>
                        <a:pt x="1206546" y="705365"/>
                      </a:cubicBezTo>
                      <a:lnTo>
                        <a:pt x="1218550" y="721417"/>
                      </a:lnTo>
                      <a:lnTo>
                        <a:pt x="679908" y="1157601"/>
                      </a:lnTo>
                      <a:lnTo>
                        <a:pt x="671529" y="1146396"/>
                      </a:lnTo>
                      <a:cubicBezTo>
                        <a:pt x="514257" y="955826"/>
                        <a:pt x="321101" y="795968"/>
                        <a:pt x="102406" y="677165"/>
                      </a:cubicBezTo>
                      <a:lnTo>
                        <a:pt x="0" y="627833"/>
                      </a:lnTo>
                      <a:lnTo>
                        <a:pt x="292763" y="0"/>
                      </a:lnTo>
                      <a:close/>
                    </a:path>
                  </a:pathLst>
                </a:custGeom>
                <a:solidFill>
                  <a:srgbClr val="EC8101"/>
                </a:solidFill>
                <a:ln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IN" sz="200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59" name="Freeform 82">
                  <a:extLst>
                    <a:ext uri="{FF2B5EF4-FFF2-40B4-BE49-F238E27FC236}">
                      <a16:creationId xmlns:a16="http://schemas.microsoft.com/office/drawing/2014/main" id="{97B67304-1500-2F52-486D-9400185FDB63}"/>
                    </a:ext>
                  </a:extLst>
                </p:cNvPr>
                <p:cNvSpPr/>
                <p:nvPr/>
              </p:nvSpPr>
              <p:spPr>
                <a:xfrm>
                  <a:off x="4392833" y="1921641"/>
                  <a:ext cx="903142" cy="1039363"/>
                </a:xfrm>
                <a:custGeom>
                  <a:avLst/>
                  <a:gdLst>
                    <a:gd name="connsiteX0" fmla="*/ 538642 w 1052430"/>
                    <a:gd name="connsiteY0" fmla="*/ 0 h 1211168"/>
                    <a:gd name="connsiteX1" fmla="*/ 674202 w 1052430"/>
                    <a:gd name="connsiteY1" fmla="*/ 181282 h 1211168"/>
                    <a:gd name="connsiteX2" fmla="*/ 1004200 w 1052430"/>
                    <a:gd name="connsiteY2" fmla="*/ 867734 h 1211168"/>
                    <a:gd name="connsiteX3" fmla="*/ 1052430 w 1052430"/>
                    <a:gd name="connsiteY3" fmla="*/ 1055306 h 1211168"/>
                    <a:gd name="connsiteX4" fmla="*/ 377320 w 1052430"/>
                    <a:gd name="connsiteY4" fmla="*/ 1211168 h 1211168"/>
                    <a:gd name="connsiteX5" fmla="*/ 342028 w 1052430"/>
                    <a:gd name="connsiteY5" fmla="*/ 1073913 h 1211168"/>
                    <a:gd name="connsiteX6" fmla="*/ 99272 w 1052430"/>
                    <a:gd name="connsiteY6" fmla="*/ 568937 h 1211168"/>
                    <a:gd name="connsiteX7" fmla="*/ 0 w 1052430"/>
                    <a:gd name="connsiteY7" fmla="*/ 436183 h 1211168"/>
                    <a:gd name="connsiteX8" fmla="*/ 538642 w 1052430"/>
                    <a:gd name="connsiteY8" fmla="*/ 0 h 12111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052430" h="1211168">
                      <a:moveTo>
                        <a:pt x="538642" y="0"/>
                      </a:moveTo>
                      <a:lnTo>
                        <a:pt x="674202" y="181282"/>
                      </a:lnTo>
                      <a:cubicBezTo>
                        <a:pt x="815595" y="390571"/>
                        <a:pt x="927572" y="621365"/>
                        <a:pt x="1004200" y="867734"/>
                      </a:cubicBezTo>
                      <a:lnTo>
                        <a:pt x="1052430" y="1055306"/>
                      </a:lnTo>
                      <a:lnTo>
                        <a:pt x="377320" y="1211168"/>
                      </a:lnTo>
                      <a:lnTo>
                        <a:pt x="342028" y="1073913"/>
                      </a:lnTo>
                      <a:cubicBezTo>
                        <a:pt x="285658" y="892676"/>
                        <a:pt x="203285" y="722896"/>
                        <a:pt x="99272" y="568937"/>
                      </a:cubicBezTo>
                      <a:lnTo>
                        <a:pt x="0" y="436183"/>
                      </a:lnTo>
                      <a:lnTo>
                        <a:pt x="538642" y="0"/>
                      </a:lnTo>
                      <a:close/>
                    </a:path>
                  </a:pathLst>
                </a:custGeom>
                <a:solidFill>
                  <a:srgbClr val="D30009"/>
                </a:solidFill>
                <a:ln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IN" sz="200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60" name="Freeform 76">
                  <a:extLst>
                    <a:ext uri="{FF2B5EF4-FFF2-40B4-BE49-F238E27FC236}">
                      <a16:creationId xmlns:a16="http://schemas.microsoft.com/office/drawing/2014/main" id="{6A169E4A-6FFD-81DD-20B6-6B59A27612DA}"/>
                    </a:ext>
                  </a:extLst>
                </p:cNvPr>
                <p:cNvSpPr/>
                <p:nvPr/>
              </p:nvSpPr>
              <p:spPr>
                <a:xfrm>
                  <a:off x="4717850" y="2831987"/>
                  <a:ext cx="637922" cy="969079"/>
                </a:xfrm>
                <a:custGeom>
                  <a:avLst/>
                  <a:gdLst>
                    <a:gd name="connsiteX0" fmla="*/ 675110 w 743370"/>
                    <a:gd name="connsiteY0" fmla="*/ 0 h 1129265"/>
                    <a:gd name="connsiteX1" fmla="*/ 690087 w 743370"/>
                    <a:gd name="connsiteY1" fmla="*/ 58249 h 1129265"/>
                    <a:gd name="connsiteX2" fmla="*/ 743370 w 743370"/>
                    <a:gd name="connsiteY2" fmla="*/ 586803 h 1129265"/>
                    <a:gd name="connsiteX3" fmla="*/ 690087 w 743370"/>
                    <a:gd name="connsiteY3" fmla="*/ 1115357 h 1129265"/>
                    <a:gd name="connsiteX4" fmla="*/ 686511 w 743370"/>
                    <a:gd name="connsiteY4" fmla="*/ 1129265 h 1129265"/>
                    <a:gd name="connsiteX5" fmla="*/ 8387 w 743370"/>
                    <a:gd name="connsiteY5" fmla="*/ 985126 h 1129265"/>
                    <a:gd name="connsiteX6" fmla="*/ 10830 w 743370"/>
                    <a:gd name="connsiteY6" fmla="*/ 975625 h 1129265"/>
                    <a:gd name="connsiteX7" fmla="*/ 50027 w 743370"/>
                    <a:gd name="connsiteY7" fmla="*/ 586803 h 1129265"/>
                    <a:gd name="connsiteX8" fmla="*/ 10830 w 743370"/>
                    <a:gd name="connsiteY8" fmla="*/ 197981 h 1129265"/>
                    <a:gd name="connsiteX9" fmla="*/ 0 w 743370"/>
                    <a:gd name="connsiteY9" fmla="*/ 155862 h 1129265"/>
                    <a:gd name="connsiteX10" fmla="*/ 675110 w 743370"/>
                    <a:gd name="connsiteY10" fmla="*/ 0 h 112926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743370" h="1129265">
                      <a:moveTo>
                        <a:pt x="675110" y="0"/>
                      </a:moveTo>
                      <a:lnTo>
                        <a:pt x="690087" y="58249"/>
                      </a:lnTo>
                      <a:cubicBezTo>
                        <a:pt x="725023" y="228977"/>
                        <a:pt x="743370" y="405747"/>
                        <a:pt x="743370" y="586803"/>
                      </a:cubicBezTo>
                      <a:cubicBezTo>
                        <a:pt x="743370" y="767859"/>
                        <a:pt x="725023" y="944630"/>
                        <a:pt x="690087" y="1115357"/>
                      </a:cubicBezTo>
                      <a:lnTo>
                        <a:pt x="686511" y="1129265"/>
                      </a:lnTo>
                      <a:lnTo>
                        <a:pt x="8387" y="985126"/>
                      </a:lnTo>
                      <a:lnTo>
                        <a:pt x="10830" y="975625"/>
                      </a:lnTo>
                      <a:cubicBezTo>
                        <a:pt x="36531" y="850032"/>
                        <a:pt x="50027" y="719994"/>
                        <a:pt x="50027" y="586803"/>
                      </a:cubicBezTo>
                      <a:cubicBezTo>
                        <a:pt x="50027" y="453613"/>
                        <a:pt x="36531" y="323574"/>
                        <a:pt x="10830" y="197981"/>
                      </a:cubicBezTo>
                      <a:lnTo>
                        <a:pt x="0" y="155862"/>
                      </a:lnTo>
                      <a:lnTo>
                        <a:pt x="675110" y="0"/>
                      </a:lnTo>
                      <a:close/>
                    </a:path>
                  </a:pathLst>
                </a:custGeom>
                <a:solidFill>
                  <a:srgbClr val="22445F"/>
                </a:solidFill>
                <a:ln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IN" sz="200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61" name="Freeform 30">
                  <a:extLst>
                    <a:ext uri="{FF2B5EF4-FFF2-40B4-BE49-F238E27FC236}">
                      <a16:creationId xmlns:a16="http://schemas.microsoft.com/office/drawing/2014/main" id="{FBAAE91E-CBC0-CE50-42B3-5D5BEC84406B}"/>
                    </a:ext>
                  </a:extLst>
                </p:cNvPr>
                <p:cNvSpPr/>
                <p:nvPr/>
              </p:nvSpPr>
              <p:spPr>
                <a:xfrm>
                  <a:off x="4410136" y="3682111"/>
                  <a:ext cx="895625" cy="1035899"/>
                </a:xfrm>
                <a:custGeom>
                  <a:avLst/>
                  <a:gdLst>
                    <a:gd name="connsiteX0" fmla="*/ 365545 w 1043669"/>
                    <a:gd name="connsiteY0" fmla="*/ 0 h 1207132"/>
                    <a:gd name="connsiteX1" fmla="*/ 1043669 w 1043669"/>
                    <a:gd name="connsiteY1" fmla="*/ 144139 h 1207132"/>
                    <a:gd name="connsiteX2" fmla="*/ 984039 w 1043669"/>
                    <a:gd name="connsiteY2" fmla="*/ 376048 h 1207132"/>
                    <a:gd name="connsiteX3" fmla="*/ 654041 w 1043669"/>
                    <a:gd name="connsiteY3" fmla="*/ 1062500 h 1207132"/>
                    <a:gd name="connsiteX4" fmla="*/ 545888 w 1043669"/>
                    <a:gd name="connsiteY4" fmla="*/ 1207132 h 1207132"/>
                    <a:gd name="connsiteX5" fmla="*/ 0 w 1043669"/>
                    <a:gd name="connsiteY5" fmla="*/ 780638 h 1207132"/>
                    <a:gd name="connsiteX6" fmla="*/ 79111 w 1043669"/>
                    <a:gd name="connsiteY6" fmla="*/ 674845 h 1207132"/>
                    <a:gd name="connsiteX7" fmla="*/ 321867 w 1043669"/>
                    <a:gd name="connsiteY7" fmla="*/ 169869 h 1207132"/>
                    <a:gd name="connsiteX8" fmla="*/ 365545 w 1043669"/>
                    <a:gd name="connsiteY8" fmla="*/ 0 h 120713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043669" h="1207132">
                      <a:moveTo>
                        <a:pt x="365545" y="0"/>
                      </a:moveTo>
                      <a:lnTo>
                        <a:pt x="1043669" y="144139"/>
                      </a:lnTo>
                      <a:lnTo>
                        <a:pt x="984039" y="376048"/>
                      </a:lnTo>
                      <a:cubicBezTo>
                        <a:pt x="907411" y="622417"/>
                        <a:pt x="795434" y="853212"/>
                        <a:pt x="654041" y="1062500"/>
                      </a:cubicBezTo>
                      <a:lnTo>
                        <a:pt x="545888" y="1207132"/>
                      </a:lnTo>
                      <a:lnTo>
                        <a:pt x="0" y="780638"/>
                      </a:lnTo>
                      <a:lnTo>
                        <a:pt x="79111" y="674845"/>
                      </a:lnTo>
                      <a:cubicBezTo>
                        <a:pt x="183124" y="520886"/>
                        <a:pt x="265497" y="351106"/>
                        <a:pt x="321867" y="169869"/>
                      </a:cubicBezTo>
                      <a:lnTo>
                        <a:pt x="365545" y="0"/>
                      </a:lnTo>
                      <a:close/>
                    </a:path>
                  </a:pathLst>
                </a:custGeom>
                <a:solidFill>
                  <a:srgbClr val="EC8101"/>
                </a:solidFill>
                <a:ln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IN" sz="200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62" name="Freeform 26">
                  <a:extLst>
                    <a:ext uri="{FF2B5EF4-FFF2-40B4-BE49-F238E27FC236}">
                      <a16:creationId xmlns:a16="http://schemas.microsoft.com/office/drawing/2014/main" id="{5802E226-25AF-A20D-A34A-764DE78A8B91}"/>
                    </a:ext>
                  </a:extLst>
                </p:cNvPr>
                <p:cNvSpPr/>
                <p:nvPr/>
              </p:nvSpPr>
              <p:spPr>
                <a:xfrm>
                  <a:off x="3832450" y="4355932"/>
                  <a:ext cx="1043209" cy="999500"/>
                </a:xfrm>
                <a:custGeom>
                  <a:avLst/>
                  <a:gdLst>
                    <a:gd name="connsiteX0" fmla="*/ 669763 w 1215650"/>
                    <a:gd name="connsiteY0" fmla="*/ 0 h 1164716"/>
                    <a:gd name="connsiteX1" fmla="*/ 1215650 w 1215650"/>
                    <a:gd name="connsiteY1" fmla="*/ 426494 h 1164716"/>
                    <a:gd name="connsiteX2" fmla="*/ 1176238 w 1215650"/>
                    <a:gd name="connsiteY2" fmla="*/ 479198 h 1164716"/>
                    <a:gd name="connsiteX3" fmla="*/ 402586 w 1215650"/>
                    <a:gd name="connsiteY3" fmla="*/ 1117058 h 1164716"/>
                    <a:gd name="connsiteX4" fmla="*/ 303656 w 1215650"/>
                    <a:gd name="connsiteY4" fmla="*/ 1164716 h 1164716"/>
                    <a:gd name="connsiteX5" fmla="*/ 0 w 1215650"/>
                    <a:gd name="connsiteY5" fmla="*/ 542130 h 1164716"/>
                    <a:gd name="connsiteX6" fmla="*/ 72098 w 1215650"/>
                    <a:gd name="connsiteY6" fmla="*/ 507398 h 1164716"/>
                    <a:gd name="connsiteX7" fmla="*/ 641221 w 1215650"/>
                    <a:gd name="connsiteY7" fmla="*/ 38167 h 1164716"/>
                    <a:gd name="connsiteX8" fmla="*/ 669763 w 1215650"/>
                    <a:gd name="connsiteY8" fmla="*/ 0 h 11647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215650" h="1164716">
                      <a:moveTo>
                        <a:pt x="669763" y="0"/>
                      </a:moveTo>
                      <a:lnTo>
                        <a:pt x="1215650" y="426494"/>
                      </a:lnTo>
                      <a:lnTo>
                        <a:pt x="1176238" y="479198"/>
                      </a:lnTo>
                      <a:cubicBezTo>
                        <a:pt x="962447" y="738254"/>
                        <a:pt x="699876" y="955561"/>
                        <a:pt x="402586" y="1117058"/>
                      </a:cubicBezTo>
                      <a:lnTo>
                        <a:pt x="303656" y="1164716"/>
                      </a:lnTo>
                      <a:lnTo>
                        <a:pt x="0" y="542130"/>
                      </a:lnTo>
                      <a:lnTo>
                        <a:pt x="72098" y="507398"/>
                      </a:lnTo>
                      <a:cubicBezTo>
                        <a:pt x="290793" y="388595"/>
                        <a:pt x="483949" y="228737"/>
                        <a:pt x="641221" y="38167"/>
                      </a:cubicBezTo>
                      <a:lnTo>
                        <a:pt x="669763" y="0"/>
                      </a:lnTo>
                      <a:close/>
                    </a:path>
                  </a:pathLst>
                </a:custGeom>
                <a:solidFill>
                  <a:srgbClr val="D30009"/>
                </a:solidFill>
                <a:ln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IN" sz="200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63" name="Oval 62">
                  <a:extLst>
                    <a:ext uri="{FF2B5EF4-FFF2-40B4-BE49-F238E27FC236}">
                      <a16:creationId xmlns:a16="http://schemas.microsoft.com/office/drawing/2014/main" id="{B929DA5F-C817-BBE4-2782-54BA45354988}"/>
                    </a:ext>
                  </a:extLst>
                </p:cNvPr>
                <p:cNvSpPr/>
                <p:nvPr/>
              </p:nvSpPr>
              <p:spPr>
                <a:xfrm>
                  <a:off x="1449521" y="1679922"/>
                  <a:ext cx="3311258" cy="3311258"/>
                </a:xfrm>
                <a:prstGeom prst="ellipse">
                  <a:avLst/>
                </a:prstGeom>
                <a:solidFill>
                  <a:srgbClr val="FFFFF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sz="200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39" name="Group 38">
                <a:extLst>
                  <a:ext uri="{FF2B5EF4-FFF2-40B4-BE49-F238E27FC236}">
                    <a16:creationId xmlns:a16="http://schemas.microsoft.com/office/drawing/2014/main" id="{2BC31F50-DB2A-C399-90AE-EDCE8697D079}"/>
                  </a:ext>
                </a:extLst>
              </p:cNvPr>
              <p:cNvGrpSpPr/>
              <p:nvPr/>
            </p:nvGrpSpPr>
            <p:grpSpPr>
              <a:xfrm>
                <a:off x="2029666" y="2125075"/>
                <a:ext cx="1450271" cy="3068292"/>
                <a:chOff x="2029665" y="2125075"/>
                <a:chExt cx="1450272" cy="3068292"/>
              </a:xfrm>
            </p:grpSpPr>
            <p:sp>
              <p:nvSpPr>
                <p:cNvPr id="40" name="Freeform 122">
                  <a:extLst>
                    <a:ext uri="{FF2B5EF4-FFF2-40B4-BE49-F238E27FC236}">
                      <a16:creationId xmlns:a16="http://schemas.microsoft.com/office/drawing/2014/main" id="{0CCB4E72-A3B7-B678-6FE7-DB3414DD9EF1}"/>
                    </a:ext>
                  </a:extLst>
                </p:cNvPr>
                <p:cNvSpPr/>
                <p:nvPr/>
              </p:nvSpPr>
              <p:spPr>
                <a:xfrm>
                  <a:off x="2029665" y="2125075"/>
                  <a:ext cx="310480" cy="310480"/>
                </a:xfrm>
                <a:custGeom>
                  <a:avLst/>
                  <a:gdLst>
                    <a:gd name="connsiteX0" fmla="*/ 1299845 w 2782570"/>
                    <a:gd name="connsiteY0" fmla="*/ 423680 h 2782570"/>
                    <a:gd name="connsiteX1" fmla="*/ 1291881 w 2782570"/>
                    <a:gd name="connsiteY1" fmla="*/ 424082 h 2782570"/>
                    <a:gd name="connsiteX2" fmla="*/ 424081 w 2782570"/>
                    <a:gd name="connsiteY2" fmla="*/ 1291881 h 2782570"/>
                    <a:gd name="connsiteX3" fmla="*/ 423679 w 2782570"/>
                    <a:gd name="connsiteY3" fmla="*/ 1299845 h 2782570"/>
                    <a:gd name="connsiteX4" fmla="*/ 472439 w 2782570"/>
                    <a:gd name="connsiteY4" fmla="*/ 1299845 h 2782570"/>
                    <a:gd name="connsiteX5" fmla="*/ 502920 w 2782570"/>
                    <a:gd name="connsiteY5" fmla="*/ 1330326 h 2782570"/>
                    <a:gd name="connsiteX6" fmla="*/ 502920 w 2782570"/>
                    <a:gd name="connsiteY6" fmla="*/ 1452244 h 2782570"/>
                    <a:gd name="connsiteX7" fmla="*/ 472439 w 2782570"/>
                    <a:gd name="connsiteY7" fmla="*/ 1482725 h 2782570"/>
                    <a:gd name="connsiteX8" fmla="*/ 423679 w 2782570"/>
                    <a:gd name="connsiteY8" fmla="*/ 1482725 h 2782570"/>
                    <a:gd name="connsiteX9" fmla="*/ 424081 w 2782570"/>
                    <a:gd name="connsiteY9" fmla="*/ 1490689 h 2782570"/>
                    <a:gd name="connsiteX10" fmla="*/ 1291881 w 2782570"/>
                    <a:gd name="connsiteY10" fmla="*/ 2358489 h 2782570"/>
                    <a:gd name="connsiteX11" fmla="*/ 1299845 w 2782570"/>
                    <a:gd name="connsiteY11" fmla="*/ 2358891 h 2782570"/>
                    <a:gd name="connsiteX12" fmla="*/ 1299845 w 2782570"/>
                    <a:gd name="connsiteY12" fmla="*/ 2310131 h 2782570"/>
                    <a:gd name="connsiteX13" fmla="*/ 1330326 w 2782570"/>
                    <a:gd name="connsiteY13" fmla="*/ 2279650 h 2782570"/>
                    <a:gd name="connsiteX14" fmla="*/ 1452244 w 2782570"/>
                    <a:gd name="connsiteY14" fmla="*/ 2279650 h 2782570"/>
                    <a:gd name="connsiteX15" fmla="*/ 1482725 w 2782570"/>
                    <a:gd name="connsiteY15" fmla="*/ 2310131 h 2782570"/>
                    <a:gd name="connsiteX16" fmla="*/ 1482725 w 2782570"/>
                    <a:gd name="connsiteY16" fmla="*/ 2358891 h 2782570"/>
                    <a:gd name="connsiteX17" fmla="*/ 1490689 w 2782570"/>
                    <a:gd name="connsiteY17" fmla="*/ 2358489 h 2782570"/>
                    <a:gd name="connsiteX18" fmla="*/ 2358489 w 2782570"/>
                    <a:gd name="connsiteY18" fmla="*/ 1490689 h 2782570"/>
                    <a:gd name="connsiteX19" fmla="*/ 2358891 w 2782570"/>
                    <a:gd name="connsiteY19" fmla="*/ 1482725 h 2782570"/>
                    <a:gd name="connsiteX20" fmla="*/ 2310131 w 2782570"/>
                    <a:gd name="connsiteY20" fmla="*/ 1482725 h 2782570"/>
                    <a:gd name="connsiteX21" fmla="*/ 2279650 w 2782570"/>
                    <a:gd name="connsiteY21" fmla="*/ 1452244 h 2782570"/>
                    <a:gd name="connsiteX22" fmla="*/ 2279650 w 2782570"/>
                    <a:gd name="connsiteY22" fmla="*/ 1330326 h 2782570"/>
                    <a:gd name="connsiteX23" fmla="*/ 2310131 w 2782570"/>
                    <a:gd name="connsiteY23" fmla="*/ 1299845 h 2782570"/>
                    <a:gd name="connsiteX24" fmla="*/ 2358891 w 2782570"/>
                    <a:gd name="connsiteY24" fmla="*/ 1299845 h 2782570"/>
                    <a:gd name="connsiteX25" fmla="*/ 2358489 w 2782570"/>
                    <a:gd name="connsiteY25" fmla="*/ 1291881 h 2782570"/>
                    <a:gd name="connsiteX26" fmla="*/ 1490689 w 2782570"/>
                    <a:gd name="connsiteY26" fmla="*/ 424082 h 2782570"/>
                    <a:gd name="connsiteX27" fmla="*/ 1482725 w 2782570"/>
                    <a:gd name="connsiteY27" fmla="*/ 423680 h 2782570"/>
                    <a:gd name="connsiteX28" fmla="*/ 1482725 w 2782570"/>
                    <a:gd name="connsiteY28" fmla="*/ 472439 h 2782570"/>
                    <a:gd name="connsiteX29" fmla="*/ 1452244 w 2782570"/>
                    <a:gd name="connsiteY29" fmla="*/ 502920 h 2782570"/>
                    <a:gd name="connsiteX30" fmla="*/ 1330326 w 2782570"/>
                    <a:gd name="connsiteY30" fmla="*/ 502920 h 2782570"/>
                    <a:gd name="connsiteX31" fmla="*/ 1299845 w 2782570"/>
                    <a:gd name="connsiteY31" fmla="*/ 472439 h 2782570"/>
                    <a:gd name="connsiteX32" fmla="*/ 1330326 w 2782570"/>
                    <a:gd name="connsiteY32" fmla="*/ 0 h 2782570"/>
                    <a:gd name="connsiteX33" fmla="*/ 1452244 w 2782570"/>
                    <a:gd name="connsiteY33" fmla="*/ 0 h 2782570"/>
                    <a:gd name="connsiteX34" fmla="*/ 1482725 w 2782570"/>
                    <a:gd name="connsiteY34" fmla="*/ 30481 h 2782570"/>
                    <a:gd name="connsiteX35" fmla="*/ 1482725 w 2782570"/>
                    <a:gd name="connsiteY35" fmla="*/ 326562 h 2782570"/>
                    <a:gd name="connsiteX36" fmla="*/ 1500619 w 2782570"/>
                    <a:gd name="connsiteY36" fmla="*/ 327466 h 2782570"/>
                    <a:gd name="connsiteX37" fmla="*/ 2455104 w 2782570"/>
                    <a:gd name="connsiteY37" fmla="*/ 1281951 h 2782570"/>
                    <a:gd name="connsiteX38" fmla="*/ 2456008 w 2782570"/>
                    <a:gd name="connsiteY38" fmla="*/ 1299845 h 2782570"/>
                    <a:gd name="connsiteX39" fmla="*/ 2752089 w 2782570"/>
                    <a:gd name="connsiteY39" fmla="*/ 1299845 h 2782570"/>
                    <a:gd name="connsiteX40" fmla="*/ 2782570 w 2782570"/>
                    <a:gd name="connsiteY40" fmla="*/ 1330326 h 2782570"/>
                    <a:gd name="connsiteX41" fmla="*/ 2782570 w 2782570"/>
                    <a:gd name="connsiteY41" fmla="*/ 1452244 h 2782570"/>
                    <a:gd name="connsiteX42" fmla="*/ 2752089 w 2782570"/>
                    <a:gd name="connsiteY42" fmla="*/ 1482725 h 2782570"/>
                    <a:gd name="connsiteX43" fmla="*/ 2456008 w 2782570"/>
                    <a:gd name="connsiteY43" fmla="*/ 1482725 h 2782570"/>
                    <a:gd name="connsiteX44" fmla="*/ 2455104 w 2782570"/>
                    <a:gd name="connsiteY44" fmla="*/ 1500619 h 2782570"/>
                    <a:gd name="connsiteX45" fmla="*/ 1500619 w 2782570"/>
                    <a:gd name="connsiteY45" fmla="*/ 2455104 h 2782570"/>
                    <a:gd name="connsiteX46" fmla="*/ 1482725 w 2782570"/>
                    <a:gd name="connsiteY46" fmla="*/ 2456008 h 2782570"/>
                    <a:gd name="connsiteX47" fmla="*/ 1482725 w 2782570"/>
                    <a:gd name="connsiteY47" fmla="*/ 2752089 h 2782570"/>
                    <a:gd name="connsiteX48" fmla="*/ 1452244 w 2782570"/>
                    <a:gd name="connsiteY48" fmla="*/ 2782570 h 2782570"/>
                    <a:gd name="connsiteX49" fmla="*/ 1330326 w 2782570"/>
                    <a:gd name="connsiteY49" fmla="*/ 2782570 h 2782570"/>
                    <a:gd name="connsiteX50" fmla="*/ 1299845 w 2782570"/>
                    <a:gd name="connsiteY50" fmla="*/ 2752089 h 2782570"/>
                    <a:gd name="connsiteX51" fmla="*/ 1299845 w 2782570"/>
                    <a:gd name="connsiteY51" fmla="*/ 2456008 h 2782570"/>
                    <a:gd name="connsiteX52" fmla="*/ 1281951 w 2782570"/>
                    <a:gd name="connsiteY52" fmla="*/ 2455104 h 2782570"/>
                    <a:gd name="connsiteX53" fmla="*/ 327466 w 2782570"/>
                    <a:gd name="connsiteY53" fmla="*/ 1500619 h 2782570"/>
                    <a:gd name="connsiteX54" fmla="*/ 326562 w 2782570"/>
                    <a:gd name="connsiteY54" fmla="*/ 1482725 h 2782570"/>
                    <a:gd name="connsiteX55" fmla="*/ 30481 w 2782570"/>
                    <a:gd name="connsiteY55" fmla="*/ 1482725 h 2782570"/>
                    <a:gd name="connsiteX56" fmla="*/ 0 w 2782570"/>
                    <a:gd name="connsiteY56" fmla="*/ 1452244 h 2782570"/>
                    <a:gd name="connsiteX57" fmla="*/ 0 w 2782570"/>
                    <a:gd name="connsiteY57" fmla="*/ 1330326 h 2782570"/>
                    <a:gd name="connsiteX58" fmla="*/ 30481 w 2782570"/>
                    <a:gd name="connsiteY58" fmla="*/ 1299845 h 2782570"/>
                    <a:gd name="connsiteX59" fmla="*/ 326562 w 2782570"/>
                    <a:gd name="connsiteY59" fmla="*/ 1299845 h 2782570"/>
                    <a:gd name="connsiteX60" fmla="*/ 327466 w 2782570"/>
                    <a:gd name="connsiteY60" fmla="*/ 1281951 h 2782570"/>
                    <a:gd name="connsiteX61" fmla="*/ 1281951 w 2782570"/>
                    <a:gd name="connsiteY61" fmla="*/ 327466 h 2782570"/>
                    <a:gd name="connsiteX62" fmla="*/ 1299845 w 2782570"/>
                    <a:gd name="connsiteY62" fmla="*/ 326562 h 2782570"/>
                    <a:gd name="connsiteX63" fmla="*/ 1299845 w 2782570"/>
                    <a:gd name="connsiteY63" fmla="*/ 30481 h 2782570"/>
                    <a:gd name="connsiteX64" fmla="*/ 1330326 w 2782570"/>
                    <a:gd name="connsiteY64" fmla="*/ 0 h 278257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</a:cxnLst>
                  <a:rect l="l" t="t" r="r" b="b"/>
                  <a:pathLst>
                    <a:path w="2782570" h="2782570">
                      <a:moveTo>
                        <a:pt x="1299845" y="423680"/>
                      </a:moveTo>
                      <a:lnTo>
                        <a:pt x="1291881" y="424082"/>
                      </a:lnTo>
                      <a:cubicBezTo>
                        <a:pt x="834315" y="470550"/>
                        <a:pt x="470550" y="834315"/>
                        <a:pt x="424081" y="1291881"/>
                      </a:cubicBezTo>
                      <a:lnTo>
                        <a:pt x="423679" y="1299845"/>
                      </a:lnTo>
                      <a:lnTo>
                        <a:pt x="472439" y="1299845"/>
                      </a:lnTo>
                      <a:cubicBezTo>
                        <a:pt x="489273" y="1299845"/>
                        <a:pt x="502920" y="1313492"/>
                        <a:pt x="502920" y="1330326"/>
                      </a:cubicBezTo>
                      <a:lnTo>
                        <a:pt x="502920" y="1452244"/>
                      </a:lnTo>
                      <a:cubicBezTo>
                        <a:pt x="502920" y="1469078"/>
                        <a:pt x="489273" y="1482725"/>
                        <a:pt x="472439" y="1482725"/>
                      </a:cubicBezTo>
                      <a:lnTo>
                        <a:pt x="423679" y="1482725"/>
                      </a:lnTo>
                      <a:lnTo>
                        <a:pt x="424081" y="1490689"/>
                      </a:lnTo>
                      <a:cubicBezTo>
                        <a:pt x="470550" y="1948255"/>
                        <a:pt x="834315" y="2312020"/>
                        <a:pt x="1291881" y="2358489"/>
                      </a:cubicBezTo>
                      <a:lnTo>
                        <a:pt x="1299845" y="2358891"/>
                      </a:lnTo>
                      <a:lnTo>
                        <a:pt x="1299845" y="2310131"/>
                      </a:lnTo>
                      <a:cubicBezTo>
                        <a:pt x="1299845" y="2293297"/>
                        <a:pt x="1313492" y="2279650"/>
                        <a:pt x="1330326" y="2279650"/>
                      </a:cubicBezTo>
                      <a:lnTo>
                        <a:pt x="1452244" y="2279650"/>
                      </a:lnTo>
                      <a:cubicBezTo>
                        <a:pt x="1469078" y="2279650"/>
                        <a:pt x="1482725" y="2293297"/>
                        <a:pt x="1482725" y="2310131"/>
                      </a:cubicBezTo>
                      <a:lnTo>
                        <a:pt x="1482725" y="2358891"/>
                      </a:lnTo>
                      <a:lnTo>
                        <a:pt x="1490689" y="2358489"/>
                      </a:lnTo>
                      <a:cubicBezTo>
                        <a:pt x="1948255" y="2312020"/>
                        <a:pt x="2312020" y="1948255"/>
                        <a:pt x="2358489" y="1490689"/>
                      </a:cubicBezTo>
                      <a:lnTo>
                        <a:pt x="2358891" y="1482725"/>
                      </a:lnTo>
                      <a:lnTo>
                        <a:pt x="2310131" y="1482725"/>
                      </a:lnTo>
                      <a:cubicBezTo>
                        <a:pt x="2293297" y="1482725"/>
                        <a:pt x="2279650" y="1469078"/>
                        <a:pt x="2279650" y="1452244"/>
                      </a:cubicBezTo>
                      <a:lnTo>
                        <a:pt x="2279650" y="1330326"/>
                      </a:lnTo>
                      <a:cubicBezTo>
                        <a:pt x="2279650" y="1313492"/>
                        <a:pt x="2293297" y="1299845"/>
                        <a:pt x="2310131" y="1299845"/>
                      </a:cubicBezTo>
                      <a:lnTo>
                        <a:pt x="2358891" y="1299845"/>
                      </a:lnTo>
                      <a:lnTo>
                        <a:pt x="2358489" y="1291881"/>
                      </a:lnTo>
                      <a:cubicBezTo>
                        <a:pt x="2312020" y="834315"/>
                        <a:pt x="1948255" y="470550"/>
                        <a:pt x="1490689" y="424082"/>
                      </a:cubicBezTo>
                      <a:lnTo>
                        <a:pt x="1482725" y="423680"/>
                      </a:lnTo>
                      <a:lnTo>
                        <a:pt x="1482725" y="472439"/>
                      </a:lnTo>
                      <a:cubicBezTo>
                        <a:pt x="1482725" y="489273"/>
                        <a:pt x="1469078" y="502920"/>
                        <a:pt x="1452244" y="502920"/>
                      </a:cubicBezTo>
                      <a:lnTo>
                        <a:pt x="1330326" y="502920"/>
                      </a:lnTo>
                      <a:cubicBezTo>
                        <a:pt x="1313492" y="502920"/>
                        <a:pt x="1299845" y="489273"/>
                        <a:pt x="1299845" y="472439"/>
                      </a:cubicBezTo>
                      <a:close/>
                      <a:moveTo>
                        <a:pt x="1330326" y="0"/>
                      </a:moveTo>
                      <a:lnTo>
                        <a:pt x="1452244" y="0"/>
                      </a:lnTo>
                      <a:cubicBezTo>
                        <a:pt x="1469078" y="0"/>
                        <a:pt x="1482725" y="13647"/>
                        <a:pt x="1482725" y="30481"/>
                      </a:cubicBezTo>
                      <a:lnTo>
                        <a:pt x="1482725" y="326562"/>
                      </a:lnTo>
                      <a:lnTo>
                        <a:pt x="1500619" y="327466"/>
                      </a:lnTo>
                      <a:cubicBezTo>
                        <a:pt x="2003892" y="378576"/>
                        <a:pt x="2403994" y="778678"/>
                        <a:pt x="2455104" y="1281951"/>
                      </a:cubicBezTo>
                      <a:lnTo>
                        <a:pt x="2456008" y="1299845"/>
                      </a:lnTo>
                      <a:lnTo>
                        <a:pt x="2752089" y="1299845"/>
                      </a:lnTo>
                      <a:cubicBezTo>
                        <a:pt x="2768923" y="1299845"/>
                        <a:pt x="2782570" y="1313492"/>
                        <a:pt x="2782570" y="1330326"/>
                      </a:cubicBezTo>
                      <a:lnTo>
                        <a:pt x="2782570" y="1452244"/>
                      </a:lnTo>
                      <a:cubicBezTo>
                        <a:pt x="2782570" y="1469078"/>
                        <a:pt x="2768923" y="1482725"/>
                        <a:pt x="2752089" y="1482725"/>
                      </a:cubicBezTo>
                      <a:lnTo>
                        <a:pt x="2456008" y="1482725"/>
                      </a:lnTo>
                      <a:lnTo>
                        <a:pt x="2455104" y="1500619"/>
                      </a:lnTo>
                      <a:cubicBezTo>
                        <a:pt x="2403994" y="2003892"/>
                        <a:pt x="2003892" y="2403994"/>
                        <a:pt x="1500619" y="2455104"/>
                      </a:cubicBezTo>
                      <a:lnTo>
                        <a:pt x="1482725" y="2456008"/>
                      </a:lnTo>
                      <a:lnTo>
                        <a:pt x="1482725" y="2752089"/>
                      </a:lnTo>
                      <a:cubicBezTo>
                        <a:pt x="1482725" y="2768923"/>
                        <a:pt x="1469078" y="2782570"/>
                        <a:pt x="1452244" y="2782570"/>
                      </a:cubicBezTo>
                      <a:lnTo>
                        <a:pt x="1330326" y="2782570"/>
                      </a:lnTo>
                      <a:cubicBezTo>
                        <a:pt x="1313492" y="2782570"/>
                        <a:pt x="1299845" y="2768923"/>
                        <a:pt x="1299845" y="2752089"/>
                      </a:cubicBezTo>
                      <a:lnTo>
                        <a:pt x="1299845" y="2456008"/>
                      </a:lnTo>
                      <a:lnTo>
                        <a:pt x="1281951" y="2455104"/>
                      </a:lnTo>
                      <a:cubicBezTo>
                        <a:pt x="778678" y="2403994"/>
                        <a:pt x="378576" y="2003892"/>
                        <a:pt x="327466" y="1500619"/>
                      </a:cubicBezTo>
                      <a:lnTo>
                        <a:pt x="326562" y="1482725"/>
                      </a:lnTo>
                      <a:lnTo>
                        <a:pt x="30481" y="1482725"/>
                      </a:lnTo>
                      <a:cubicBezTo>
                        <a:pt x="13647" y="1482725"/>
                        <a:pt x="0" y="1469078"/>
                        <a:pt x="0" y="1452244"/>
                      </a:cubicBezTo>
                      <a:lnTo>
                        <a:pt x="0" y="1330326"/>
                      </a:lnTo>
                      <a:cubicBezTo>
                        <a:pt x="0" y="1313492"/>
                        <a:pt x="13647" y="1299845"/>
                        <a:pt x="30481" y="1299845"/>
                      </a:cubicBezTo>
                      <a:lnTo>
                        <a:pt x="326562" y="1299845"/>
                      </a:lnTo>
                      <a:lnTo>
                        <a:pt x="327466" y="1281951"/>
                      </a:lnTo>
                      <a:cubicBezTo>
                        <a:pt x="378576" y="778678"/>
                        <a:pt x="778678" y="378576"/>
                        <a:pt x="1281951" y="327466"/>
                      </a:cubicBezTo>
                      <a:lnTo>
                        <a:pt x="1299845" y="326562"/>
                      </a:lnTo>
                      <a:lnTo>
                        <a:pt x="1299845" y="30481"/>
                      </a:lnTo>
                      <a:cubicBezTo>
                        <a:pt x="1299845" y="13647"/>
                        <a:pt x="1313492" y="0"/>
                        <a:pt x="1330326" y="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00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1" name="Freeform 47">
                  <a:extLst>
                    <a:ext uri="{FF2B5EF4-FFF2-40B4-BE49-F238E27FC236}">
                      <a16:creationId xmlns:a16="http://schemas.microsoft.com/office/drawing/2014/main" id="{CA73478F-CB00-613D-700D-B3DEDA5BE75B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2599402" y="2449176"/>
                  <a:ext cx="328536" cy="220120"/>
                </a:xfrm>
                <a:custGeom>
                  <a:avLst/>
                  <a:gdLst>
                    <a:gd name="T0" fmla="*/ 605 w 1260"/>
                    <a:gd name="T1" fmla="*/ 383 h 846"/>
                    <a:gd name="T2" fmla="*/ 605 w 1260"/>
                    <a:gd name="T3" fmla="*/ 227 h 846"/>
                    <a:gd name="T4" fmla="*/ 581 w 1260"/>
                    <a:gd name="T5" fmla="*/ 200 h 846"/>
                    <a:gd name="T6" fmla="*/ 551 w 1260"/>
                    <a:gd name="T7" fmla="*/ 225 h 846"/>
                    <a:gd name="T8" fmla="*/ 269 w 1260"/>
                    <a:gd name="T9" fmla="*/ 350 h 846"/>
                    <a:gd name="T10" fmla="*/ 269 w 1260"/>
                    <a:gd name="T11" fmla="*/ 325 h 846"/>
                    <a:gd name="T12" fmla="*/ 100 w 1260"/>
                    <a:gd name="T13" fmla="*/ 325 h 846"/>
                    <a:gd name="T14" fmla="*/ 38 w 1260"/>
                    <a:gd name="T15" fmla="*/ 386 h 846"/>
                    <a:gd name="T16" fmla="*/ 38 w 1260"/>
                    <a:gd name="T17" fmla="*/ 412 h 846"/>
                    <a:gd name="T18" fmla="*/ 20 w 1260"/>
                    <a:gd name="T19" fmla="*/ 412 h 846"/>
                    <a:gd name="T20" fmla="*/ 0 w 1260"/>
                    <a:gd name="T21" fmla="*/ 432 h 846"/>
                    <a:gd name="T22" fmla="*/ 0 w 1260"/>
                    <a:gd name="T23" fmla="*/ 508 h 846"/>
                    <a:gd name="T24" fmla="*/ 20 w 1260"/>
                    <a:gd name="T25" fmla="*/ 528 h 846"/>
                    <a:gd name="T26" fmla="*/ 39 w 1260"/>
                    <a:gd name="T27" fmla="*/ 528 h 846"/>
                    <a:gd name="T28" fmla="*/ 39 w 1260"/>
                    <a:gd name="T29" fmla="*/ 552 h 846"/>
                    <a:gd name="T30" fmla="*/ 100 w 1260"/>
                    <a:gd name="T31" fmla="*/ 613 h 846"/>
                    <a:gd name="T32" fmla="*/ 115 w 1260"/>
                    <a:gd name="T33" fmla="*/ 613 h 846"/>
                    <a:gd name="T34" fmla="*/ 185 w 1260"/>
                    <a:gd name="T35" fmla="*/ 846 h 846"/>
                    <a:gd name="T36" fmla="*/ 195 w 1260"/>
                    <a:gd name="T37" fmla="*/ 843 h 846"/>
                    <a:gd name="T38" fmla="*/ 230 w 1260"/>
                    <a:gd name="T39" fmla="*/ 835 h 846"/>
                    <a:gd name="T40" fmla="*/ 240 w 1260"/>
                    <a:gd name="T41" fmla="*/ 832 h 846"/>
                    <a:gd name="T42" fmla="*/ 211 w 1260"/>
                    <a:gd name="T43" fmla="*/ 613 h 846"/>
                    <a:gd name="T44" fmla="*/ 267 w 1260"/>
                    <a:gd name="T45" fmla="*/ 613 h 846"/>
                    <a:gd name="T46" fmla="*/ 267 w 1260"/>
                    <a:gd name="T47" fmla="*/ 588 h 846"/>
                    <a:gd name="T48" fmla="*/ 550 w 1260"/>
                    <a:gd name="T49" fmla="*/ 713 h 846"/>
                    <a:gd name="T50" fmla="*/ 580 w 1260"/>
                    <a:gd name="T51" fmla="*/ 738 h 846"/>
                    <a:gd name="T52" fmla="*/ 604 w 1260"/>
                    <a:gd name="T53" fmla="*/ 711 h 846"/>
                    <a:gd name="T54" fmla="*/ 604 w 1260"/>
                    <a:gd name="T55" fmla="*/ 553 h 846"/>
                    <a:gd name="T56" fmla="*/ 662 w 1260"/>
                    <a:gd name="T57" fmla="*/ 468 h 846"/>
                    <a:gd name="T58" fmla="*/ 605 w 1260"/>
                    <a:gd name="T59" fmla="*/ 383 h 846"/>
                    <a:gd name="T60" fmla="*/ 205 w 1260"/>
                    <a:gd name="T61" fmla="*/ 550 h 846"/>
                    <a:gd name="T62" fmla="*/ 102 w 1260"/>
                    <a:gd name="T63" fmla="*/ 550 h 846"/>
                    <a:gd name="T64" fmla="*/ 102 w 1260"/>
                    <a:gd name="T65" fmla="*/ 388 h 846"/>
                    <a:gd name="T66" fmla="*/ 204 w 1260"/>
                    <a:gd name="T67" fmla="*/ 388 h 846"/>
                    <a:gd name="T68" fmla="*/ 204 w 1260"/>
                    <a:gd name="T69" fmla="*/ 550 h 846"/>
                    <a:gd name="T70" fmla="*/ 205 w 1260"/>
                    <a:gd name="T71" fmla="*/ 550 h 846"/>
                    <a:gd name="T72" fmla="*/ 691 w 1260"/>
                    <a:gd name="T73" fmla="*/ 558 h 846"/>
                    <a:gd name="T74" fmla="*/ 695 w 1260"/>
                    <a:gd name="T75" fmla="*/ 578 h 846"/>
                    <a:gd name="T76" fmla="*/ 814 w 1260"/>
                    <a:gd name="T77" fmla="*/ 546 h 846"/>
                    <a:gd name="T78" fmla="*/ 814 w 1260"/>
                    <a:gd name="T79" fmla="*/ 546 h 846"/>
                    <a:gd name="T80" fmla="*/ 1151 w 1260"/>
                    <a:gd name="T81" fmla="*/ 502 h 846"/>
                    <a:gd name="T82" fmla="*/ 1151 w 1260"/>
                    <a:gd name="T83" fmla="*/ 108 h 846"/>
                    <a:gd name="T84" fmla="*/ 757 w 1260"/>
                    <a:gd name="T85" fmla="*/ 108 h 846"/>
                    <a:gd name="T86" fmla="*/ 746 w 1260"/>
                    <a:gd name="T87" fmla="*/ 490 h 846"/>
                    <a:gd name="T88" fmla="*/ 749 w 1260"/>
                    <a:gd name="T89" fmla="*/ 492 h 846"/>
                    <a:gd name="T90" fmla="*/ 691 w 1260"/>
                    <a:gd name="T91" fmla="*/ 558 h 846"/>
                    <a:gd name="T92" fmla="*/ 891 w 1260"/>
                    <a:gd name="T93" fmla="*/ 275 h 846"/>
                    <a:gd name="T94" fmla="*/ 929 w 1260"/>
                    <a:gd name="T95" fmla="*/ 312 h 846"/>
                    <a:gd name="T96" fmla="*/ 1017 w 1260"/>
                    <a:gd name="T97" fmla="*/ 223 h 846"/>
                    <a:gd name="T98" fmla="*/ 1056 w 1260"/>
                    <a:gd name="T99" fmla="*/ 262 h 846"/>
                    <a:gd name="T100" fmla="*/ 967 w 1260"/>
                    <a:gd name="T101" fmla="*/ 351 h 846"/>
                    <a:gd name="T102" fmla="*/ 929 w 1260"/>
                    <a:gd name="T103" fmla="*/ 390 h 846"/>
                    <a:gd name="T104" fmla="*/ 890 w 1260"/>
                    <a:gd name="T105" fmla="*/ 351 h 846"/>
                    <a:gd name="T106" fmla="*/ 852 w 1260"/>
                    <a:gd name="T107" fmla="*/ 313 h 846"/>
                    <a:gd name="T108" fmla="*/ 891 w 1260"/>
                    <a:gd name="T109" fmla="*/ 275 h 84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1260" h="846">
                      <a:moveTo>
                        <a:pt x="605" y="383"/>
                      </a:moveTo>
                      <a:lnTo>
                        <a:pt x="605" y="227"/>
                      </a:lnTo>
                      <a:cubicBezTo>
                        <a:pt x="605" y="213"/>
                        <a:pt x="595" y="201"/>
                        <a:pt x="581" y="200"/>
                      </a:cubicBezTo>
                      <a:cubicBezTo>
                        <a:pt x="565" y="198"/>
                        <a:pt x="552" y="210"/>
                        <a:pt x="551" y="225"/>
                      </a:cubicBezTo>
                      <a:cubicBezTo>
                        <a:pt x="466" y="306"/>
                        <a:pt x="342" y="337"/>
                        <a:pt x="269" y="350"/>
                      </a:cubicBezTo>
                      <a:lnTo>
                        <a:pt x="269" y="325"/>
                      </a:lnTo>
                      <a:lnTo>
                        <a:pt x="100" y="325"/>
                      </a:lnTo>
                      <a:cubicBezTo>
                        <a:pt x="66" y="325"/>
                        <a:pt x="38" y="352"/>
                        <a:pt x="38" y="386"/>
                      </a:cubicBezTo>
                      <a:lnTo>
                        <a:pt x="38" y="412"/>
                      </a:lnTo>
                      <a:lnTo>
                        <a:pt x="20" y="412"/>
                      </a:lnTo>
                      <a:cubicBezTo>
                        <a:pt x="9" y="412"/>
                        <a:pt x="0" y="421"/>
                        <a:pt x="0" y="432"/>
                      </a:cubicBezTo>
                      <a:lnTo>
                        <a:pt x="0" y="508"/>
                      </a:lnTo>
                      <a:cubicBezTo>
                        <a:pt x="0" y="520"/>
                        <a:pt x="8" y="528"/>
                        <a:pt x="20" y="528"/>
                      </a:cubicBezTo>
                      <a:lnTo>
                        <a:pt x="39" y="528"/>
                      </a:lnTo>
                      <a:lnTo>
                        <a:pt x="39" y="552"/>
                      </a:lnTo>
                      <a:cubicBezTo>
                        <a:pt x="39" y="586"/>
                        <a:pt x="66" y="613"/>
                        <a:pt x="100" y="613"/>
                      </a:cubicBezTo>
                      <a:lnTo>
                        <a:pt x="115" y="613"/>
                      </a:lnTo>
                      <a:lnTo>
                        <a:pt x="185" y="846"/>
                      </a:lnTo>
                      <a:lnTo>
                        <a:pt x="195" y="843"/>
                      </a:lnTo>
                      <a:lnTo>
                        <a:pt x="230" y="835"/>
                      </a:lnTo>
                      <a:lnTo>
                        <a:pt x="240" y="832"/>
                      </a:lnTo>
                      <a:lnTo>
                        <a:pt x="211" y="613"/>
                      </a:lnTo>
                      <a:lnTo>
                        <a:pt x="267" y="613"/>
                      </a:lnTo>
                      <a:lnTo>
                        <a:pt x="267" y="588"/>
                      </a:lnTo>
                      <a:cubicBezTo>
                        <a:pt x="341" y="601"/>
                        <a:pt x="463" y="632"/>
                        <a:pt x="550" y="713"/>
                      </a:cubicBezTo>
                      <a:cubicBezTo>
                        <a:pt x="551" y="728"/>
                        <a:pt x="564" y="741"/>
                        <a:pt x="580" y="738"/>
                      </a:cubicBezTo>
                      <a:cubicBezTo>
                        <a:pt x="594" y="737"/>
                        <a:pt x="604" y="725"/>
                        <a:pt x="604" y="711"/>
                      </a:cubicBezTo>
                      <a:lnTo>
                        <a:pt x="604" y="553"/>
                      </a:lnTo>
                      <a:cubicBezTo>
                        <a:pt x="639" y="541"/>
                        <a:pt x="662" y="507"/>
                        <a:pt x="662" y="468"/>
                      </a:cubicBezTo>
                      <a:cubicBezTo>
                        <a:pt x="664" y="430"/>
                        <a:pt x="640" y="396"/>
                        <a:pt x="605" y="383"/>
                      </a:cubicBezTo>
                      <a:close/>
                      <a:moveTo>
                        <a:pt x="205" y="550"/>
                      </a:moveTo>
                      <a:lnTo>
                        <a:pt x="102" y="550"/>
                      </a:lnTo>
                      <a:lnTo>
                        <a:pt x="102" y="388"/>
                      </a:lnTo>
                      <a:lnTo>
                        <a:pt x="204" y="388"/>
                      </a:lnTo>
                      <a:lnTo>
                        <a:pt x="204" y="550"/>
                      </a:lnTo>
                      <a:lnTo>
                        <a:pt x="205" y="550"/>
                      </a:lnTo>
                      <a:close/>
                      <a:moveTo>
                        <a:pt x="691" y="558"/>
                      </a:moveTo>
                      <a:cubicBezTo>
                        <a:pt x="681" y="563"/>
                        <a:pt x="684" y="577"/>
                        <a:pt x="695" y="578"/>
                      </a:cubicBezTo>
                      <a:cubicBezTo>
                        <a:pt x="726" y="583"/>
                        <a:pt x="771" y="578"/>
                        <a:pt x="814" y="546"/>
                      </a:cubicBezTo>
                      <a:lnTo>
                        <a:pt x="814" y="546"/>
                      </a:lnTo>
                      <a:cubicBezTo>
                        <a:pt x="920" y="608"/>
                        <a:pt x="1060" y="595"/>
                        <a:pt x="1151" y="502"/>
                      </a:cubicBezTo>
                      <a:cubicBezTo>
                        <a:pt x="1260" y="393"/>
                        <a:pt x="1260" y="217"/>
                        <a:pt x="1151" y="108"/>
                      </a:cubicBezTo>
                      <a:cubicBezTo>
                        <a:pt x="1042" y="0"/>
                        <a:pt x="866" y="0"/>
                        <a:pt x="757" y="108"/>
                      </a:cubicBezTo>
                      <a:cubicBezTo>
                        <a:pt x="652" y="213"/>
                        <a:pt x="648" y="381"/>
                        <a:pt x="746" y="490"/>
                      </a:cubicBezTo>
                      <a:lnTo>
                        <a:pt x="749" y="492"/>
                      </a:lnTo>
                      <a:cubicBezTo>
                        <a:pt x="739" y="516"/>
                        <a:pt x="720" y="543"/>
                        <a:pt x="691" y="558"/>
                      </a:cubicBezTo>
                      <a:close/>
                      <a:moveTo>
                        <a:pt x="891" y="275"/>
                      </a:moveTo>
                      <a:lnTo>
                        <a:pt x="929" y="312"/>
                      </a:lnTo>
                      <a:lnTo>
                        <a:pt x="1017" y="223"/>
                      </a:lnTo>
                      <a:lnTo>
                        <a:pt x="1056" y="262"/>
                      </a:lnTo>
                      <a:lnTo>
                        <a:pt x="967" y="351"/>
                      </a:lnTo>
                      <a:lnTo>
                        <a:pt x="929" y="390"/>
                      </a:lnTo>
                      <a:lnTo>
                        <a:pt x="890" y="351"/>
                      </a:lnTo>
                      <a:lnTo>
                        <a:pt x="852" y="313"/>
                      </a:lnTo>
                      <a:lnTo>
                        <a:pt x="891" y="275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ctr" anchorCtr="0" compatLnSpc="1">
                  <a:prstTxWarp prst="textNoShape">
                    <a:avLst/>
                  </a:prstTxWarp>
                </a:bodyPr>
                <a:lstStyle/>
                <a:p>
                  <a:endParaRPr lang="en-IN" sz="200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grpSp>
              <p:nvGrpSpPr>
                <p:cNvPr id="42" name="Group 41">
                  <a:extLst>
                    <a:ext uri="{FF2B5EF4-FFF2-40B4-BE49-F238E27FC236}">
                      <a16:creationId xmlns:a16="http://schemas.microsoft.com/office/drawing/2014/main" id="{7BF9CF82-7FA3-705C-BB79-70881190C7CB}"/>
                    </a:ext>
                  </a:extLst>
                </p:cNvPr>
                <p:cNvGrpSpPr/>
                <p:nvPr/>
              </p:nvGrpSpPr>
              <p:grpSpPr>
                <a:xfrm>
                  <a:off x="3042997" y="3006796"/>
                  <a:ext cx="285430" cy="209744"/>
                  <a:chOff x="3581401" y="858838"/>
                  <a:chExt cx="4921250" cy="3616325"/>
                </a:xfrm>
                <a:solidFill>
                  <a:schemeClr val="bg1"/>
                </a:solidFill>
              </p:grpSpPr>
              <p:sp>
                <p:nvSpPr>
                  <p:cNvPr id="55" name="Freeform 91">
                    <a:extLst>
                      <a:ext uri="{FF2B5EF4-FFF2-40B4-BE49-F238E27FC236}">
                        <a16:creationId xmlns:a16="http://schemas.microsoft.com/office/drawing/2014/main" id="{DA77D474-4554-1DA4-8573-1EC4BEF8E311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3581401" y="858838"/>
                    <a:ext cx="4921250" cy="3616325"/>
                  </a:xfrm>
                  <a:custGeom>
                    <a:avLst/>
                    <a:gdLst>
                      <a:gd name="T0" fmla="*/ 1150 w 1150"/>
                      <a:gd name="T1" fmla="*/ 114 h 847"/>
                      <a:gd name="T2" fmla="*/ 1150 w 1150"/>
                      <a:gd name="T3" fmla="*/ 114 h 847"/>
                      <a:gd name="T4" fmla="*/ 1150 w 1150"/>
                      <a:gd name="T5" fmla="*/ 13 h 847"/>
                      <a:gd name="T6" fmla="*/ 1138 w 1150"/>
                      <a:gd name="T7" fmla="*/ 0 h 847"/>
                      <a:gd name="T8" fmla="*/ 13 w 1150"/>
                      <a:gd name="T9" fmla="*/ 0 h 847"/>
                      <a:gd name="T10" fmla="*/ 0 w 1150"/>
                      <a:gd name="T11" fmla="*/ 13 h 847"/>
                      <a:gd name="T12" fmla="*/ 0 w 1150"/>
                      <a:gd name="T13" fmla="*/ 112 h 847"/>
                      <a:gd name="T14" fmla="*/ 0 w 1150"/>
                      <a:gd name="T15" fmla="*/ 114 h 847"/>
                      <a:gd name="T16" fmla="*/ 0 w 1150"/>
                      <a:gd name="T17" fmla="*/ 117 h 847"/>
                      <a:gd name="T18" fmla="*/ 0 w 1150"/>
                      <a:gd name="T19" fmla="*/ 834 h 847"/>
                      <a:gd name="T20" fmla="*/ 13 w 1150"/>
                      <a:gd name="T21" fmla="*/ 847 h 847"/>
                      <a:gd name="T22" fmla="*/ 1138 w 1150"/>
                      <a:gd name="T23" fmla="*/ 847 h 847"/>
                      <a:gd name="T24" fmla="*/ 1150 w 1150"/>
                      <a:gd name="T25" fmla="*/ 834 h 847"/>
                      <a:gd name="T26" fmla="*/ 1150 w 1150"/>
                      <a:gd name="T27" fmla="*/ 114 h 847"/>
                      <a:gd name="T28" fmla="*/ 25 w 1150"/>
                      <a:gd name="T29" fmla="*/ 25 h 847"/>
                      <a:gd name="T30" fmla="*/ 1125 w 1150"/>
                      <a:gd name="T31" fmla="*/ 25 h 847"/>
                      <a:gd name="T32" fmla="*/ 1125 w 1150"/>
                      <a:gd name="T33" fmla="*/ 102 h 847"/>
                      <a:gd name="T34" fmla="*/ 25 w 1150"/>
                      <a:gd name="T35" fmla="*/ 102 h 847"/>
                      <a:gd name="T36" fmla="*/ 25 w 1150"/>
                      <a:gd name="T37" fmla="*/ 25 h 847"/>
                      <a:gd name="T38" fmla="*/ 1125 w 1150"/>
                      <a:gd name="T39" fmla="*/ 823 h 847"/>
                      <a:gd name="T40" fmla="*/ 25 w 1150"/>
                      <a:gd name="T41" fmla="*/ 823 h 847"/>
                      <a:gd name="T42" fmla="*/ 25 w 1150"/>
                      <a:gd name="T43" fmla="*/ 127 h 847"/>
                      <a:gd name="T44" fmla="*/ 1125 w 1150"/>
                      <a:gd name="T45" fmla="*/ 127 h 847"/>
                      <a:gd name="T46" fmla="*/ 1125 w 1150"/>
                      <a:gd name="T47" fmla="*/ 823 h 84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</a:cxnLst>
                    <a:rect l="0" t="0" r="r" b="b"/>
                    <a:pathLst>
                      <a:path w="1150" h="847">
                        <a:moveTo>
                          <a:pt x="1150" y="114"/>
                        </a:moveTo>
                        <a:lnTo>
                          <a:pt x="1150" y="114"/>
                        </a:lnTo>
                        <a:lnTo>
                          <a:pt x="1150" y="13"/>
                        </a:lnTo>
                        <a:cubicBezTo>
                          <a:pt x="1150" y="5"/>
                          <a:pt x="1145" y="0"/>
                          <a:pt x="1138" y="0"/>
                        </a:cubicBezTo>
                        <a:lnTo>
                          <a:pt x="13" y="0"/>
                        </a:lnTo>
                        <a:cubicBezTo>
                          <a:pt x="5" y="0"/>
                          <a:pt x="0" y="5"/>
                          <a:pt x="0" y="13"/>
                        </a:cubicBezTo>
                        <a:lnTo>
                          <a:pt x="0" y="112"/>
                        </a:lnTo>
                        <a:lnTo>
                          <a:pt x="0" y="114"/>
                        </a:lnTo>
                        <a:lnTo>
                          <a:pt x="0" y="117"/>
                        </a:lnTo>
                        <a:lnTo>
                          <a:pt x="0" y="834"/>
                        </a:lnTo>
                        <a:cubicBezTo>
                          <a:pt x="0" y="842"/>
                          <a:pt x="5" y="847"/>
                          <a:pt x="13" y="847"/>
                        </a:cubicBezTo>
                        <a:lnTo>
                          <a:pt x="1138" y="847"/>
                        </a:lnTo>
                        <a:cubicBezTo>
                          <a:pt x="1145" y="847"/>
                          <a:pt x="1150" y="842"/>
                          <a:pt x="1150" y="834"/>
                        </a:cubicBezTo>
                        <a:lnTo>
                          <a:pt x="1150" y="114"/>
                        </a:lnTo>
                        <a:close/>
                        <a:moveTo>
                          <a:pt x="25" y="25"/>
                        </a:moveTo>
                        <a:lnTo>
                          <a:pt x="1125" y="25"/>
                        </a:lnTo>
                        <a:lnTo>
                          <a:pt x="1125" y="102"/>
                        </a:lnTo>
                        <a:lnTo>
                          <a:pt x="25" y="102"/>
                        </a:lnTo>
                        <a:lnTo>
                          <a:pt x="25" y="25"/>
                        </a:lnTo>
                        <a:close/>
                        <a:moveTo>
                          <a:pt x="1125" y="823"/>
                        </a:moveTo>
                        <a:lnTo>
                          <a:pt x="25" y="823"/>
                        </a:lnTo>
                        <a:lnTo>
                          <a:pt x="25" y="127"/>
                        </a:lnTo>
                        <a:lnTo>
                          <a:pt x="1125" y="127"/>
                        </a:lnTo>
                        <a:lnTo>
                          <a:pt x="1125" y="823"/>
                        </a:lnTo>
                        <a:close/>
                      </a:path>
                    </a:pathLst>
                  </a:custGeom>
                  <a:grpFill/>
                  <a:ln w="0">
                    <a:solidFill>
                      <a:schemeClr val="bg1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ctr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IN" sz="200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56" name="Freeform 95">
                    <a:extLst>
                      <a:ext uri="{FF2B5EF4-FFF2-40B4-BE49-F238E27FC236}">
                        <a16:creationId xmlns:a16="http://schemas.microsoft.com/office/drawing/2014/main" id="{B33EB2A4-313A-FD33-9E00-BEACCB97E32C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4911726" y="2046288"/>
                    <a:ext cx="2268538" cy="1584325"/>
                  </a:xfrm>
                  <a:custGeom>
                    <a:avLst/>
                    <a:gdLst>
                      <a:gd name="T0" fmla="*/ 2 w 530"/>
                      <a:gd name="T1" fmla="*/ 364 h 371"/>
                      <a:gd name="T2" fmla="*/ 3 w 530"/>
                      <a:gd name="T3" fmla="*/ 366 h 371"/>
                      <a:gd name="T4" fmla="*/ 4 w 530"/>
                      <a:gd name="T5" fmla="*/ 367 h 371"/>
                      <a:gd name="T6" fmla="*/ 4 w 530"/>
                      <a:gd name="T7" fmla="*/ 367 h 371"/>
                      <a:gd name="T8" fmla="*/ 8 w 530"/>
                      <a:gd name="T9" fmla="*/ 370 h 371"/>
                      <a:gd name="T10" fmla="*/ 13 w 530"/>
                      <a:gd name="T11" fmla="*/ 371 h 371"/>
                      <a:gd name="T12" fmla="*/ 518 w 530"/>
                      <a:gd name="T13" fmla="*/ 371 h 371"/>
                      <a:gd name="T14" fmla="*/ 523 w 530"/>
                      <a:gd name="T15" fmla="*/ 370 h 371"/>
                      <a:gd name="T16" fmla="*/ 525 w 530"/>
                      <a:gd name="T17" fmla="*/ 369 h 371"/>
                      <a:gd name="T18" fmla="*/ 527 w 530"/>
                      <a:gd name="T19" fmla="*/ 367 h 371"/>
                      <a:gd name="T20" fmla="*/ 527 w 530"/>
                      <a:gd name="T21" fmla="*/ 367 h 371"/>
                      <a:gd name="T22" fmla="*/ 529 w 530"/>
                      <a:gd name="T23" fmla="*/ 364 h 371"/>
                      <a:gd name="T24" fmla="*/ 530 w 530"/>
                      <a:gd name="T25" fmla="*/ 359 h 371"/>
                      <a:gd name="T26" fmla="*/ 530 w 530"/>
                      <a:gd name="T27" fmla="*/ 359 h 371"/>
                      <a:gd name="T28" fmla="*/ 530 w 530"/>
                      <a:gd name="T29" fmla="*/ 12 h 371"/>
                      <a:gd name="T30" fmla="*/ 530 w 530"/>
                      <a:gd name="T31" fmla="*/ 11 h 371"/>
                      <a:gd name="T32" fmla="*/ 530 w 530"/>
                      <a:gd name="T33" fmla="*/ 8 h 371"/>
                      <a:gd name="T34" fmla="*/ 529 w 530"/>
                      <a:gd name="T35" fmla="*/ 6 h 371"/>
                      <a:gd name="T36" fmla="*/ 529 w 530"/>
                      <a:gd name="T37" fmla="*/ 5 h 371"/>
                      <a:gd name="T38" fmla="*/ 528 w 530"/>
                      <a:gd name="T39" fmla="*/ 3 h 371"/>
                      <a:gd name="T40" fmla="*/ 527 w 530"/>
                      <a:gd name="T41" fmla="*/ 2 h 371"/>
                      <a:gd name="T42" fmla="*/ 524 w 530"/>
                      <a:gd name="T43" fmla="*/ 1 h 371"/>
                      <a:gd name="T44" fmla="*/ 522 w 530"/>
                      <a:gd name="T45" fmla="*/ 0 h 371"/>
                      <a:gd name="T46" fmla="*/ 519 w 530"/>
                      <a:gd name="T47" fmla="*/ 0 h 371"/>
                      <a:gd name="T48" fmla="*/ 518 w 530"/>
                      <a:gd name="T49" fmla="*/ 0 h 371"/>
                      <a:gd name="T50" fmla="*/ 13 w 530"/>
                      <a:gd name="T51" fmla="*/ 0 h 371"/>
                      <a:gd name="T52" fmla="*/ 11 w 530"/>
                      <a:gd name="T53" fmla="*/ 0 h 371"/>
                      <a:gd name="T54" fmla="*/ 9 w 530"/>
                      <a:gd name="T55" fmla="*/ 0 h 371"/>
                      <a:gd name="T56" fmla="*/ 7 w 530"/>
                      <a:gd name="T57" fmla="*/ 1 h 371"/>
                      <a:gd name="T58" fmla="*/ 5 w 530"/>
                      <a:gd name="T59" fmla="*/ 2 h 371"/>
                      <a:gd name="T60" fmla="*/ 4 w 530"/>
                      <a:gd name="T61" fmla="*/ 3 h 371"/>
                      <a:gd name="T62" fmla="*/ 3 w 530"/>
                      <a:gd name="T63" fmla="*/ 5 h 371"/>
                      <a:gd name="T64" fmla="*/ 3 w 530"/>
                      <a:gd name="T65" fmla="*/ 6 h 371"/>
                      <a:gd name="T66" fmla="*/ 2 w 530"/>
                      <a:gd name="T67" fmla="*/ 9 h 371"/>
                      <a:gd name="T68" fmla="*/ 2 w 530"/>
                      <a:gd name="T69" fmla="*/ 11 h 371"/>
                      <a:gd name="T70" fmla="*/ 2 w 530"/>
                      <a:gd name="T71" fmla="*/ 12 h 371"/>
                      <a:gd name="T72" fmla="*/ 2 w 530"/>
                      <a:gd name="T73" fmla="*/ 360 h 371"/>
                      <a:gd name="T74" fmla="*/ 2 w 530"/>
                      <a:gd name="T75" fmla="*/ 361 h 371"/>
                      <a:gd name="T76" fmla="*/ 2 w 530"/>
                      <a:gd name="T77" fmla="*/ 364 h 371"/>
                      <a:gd name="T78" fmla="*/ 25 w 530"/>
                      <a:gd name="T79" fmla="*/ 36 h 371"/>
                      <a:gd name="T80" fmla="*/ 204 w 530"/>
                      <a:gd name="T81" fmla="*/ 159 h 371"/>
                      <a:gd name="T82" fmla="*/ 25 w 530"/>
                      <a:gd name="T83" fmla="*/ 330 h 371"/>
                      <a:gd name="T84" fmla="*/ 25 w 530"/>
                      <a:gd name="T85" fmla="*/ 36 h 371"/>
                      <a:gd name="T86" fmla="*/ 505 w 530"/>
                      <a:gd name="T87" fmla="*/ 328 h 371"/>
                      <a:gd name="T88" fmla="*/ 334 w 530"/>
                      <a:gd name="T89" fmla="*/ 153 h 371"/>
                      <a:gd name="T90" fmla="*/ 505 w 530"/>
                      <a:gd name="T91" fmla="*/ 36 h 371"/>
                      <a:gd name="T92" fmla="*/ 505 w 530"/>
                      <a:gd name="T93" fmla="*/ 328 h 371"/>
                      <a:gd name="T94" fmla="*/ 258 w 530"/>
                      <a:gd name="T95" fmla="*/ 196 h 371"/>
                      <a:gd name="T96" fmla="*/ 265 w 530"/>
                      <a:gd name="T97" fmla="*/ 199 h 371"/>
                      <a:gd name="T98" fmla="*/ 268 w 530"/>
                      <a:gd name="T99" fmla="*/ 197 h 371"/>
                      <a:gd name="T100" fmla="*/ 270 w 530"/>
                      <a:gd name="T101" fmla="*/ 197 h 371"/>
                      <a:gd name="T102" fmla="*/ 272 w 530"/>
                      <a:gd name="T103" fmla="*/ 197 h 371"/>
                      <a:gd name="T104" fmla="*/ 274 w 530"/>
                      <a:gd name="T105" fmla="*/ 196 h 371"/>
                      <a:gd name="T106" fmla="*/ 314 w 530"/>
                      <a:gd name="T107" fmla="*/ 169 h 371"/>
                      <a:gd name="T108" fmla="*/ 489 w 530"/>
                      <a:gd name="T109" fmla="*/ 347 h 371"/>
                      <a:gd name="T110" fmla="*/ 44 w 530"/>
                      <a:gd name="T111" fmla="*/ 347 h 371"/>
                      <a:gd name="T112" fmla="*/ 225 w 530"/>
                      <a:gd name="T113" fmla="*/ 174 h 371"/>
                      <a:gd name="T114" fmla="*/ 258 w 530"/>
                      <a:gd name="T115" fmla="*/ 196 h 371"/>
                      <a:gd name="T116" fmla="*/ 265 w 530"/>
                      <a:gd name="T117" fmla="*/ 171 h 371"/>
                      <a:gd name="T118" fmla="*/ 53 w 530"/>
                      <a:gd name="T119" fmla="*/ 25 h 371"/>
                      <a:gd name="T120" fmla="*/ 478 w 530"/>
                      <a:gd name="T121" fmla="*/ 25 h 371"/>
                      <a:gd name="T122" fmla="*/ 265 w 530"/>
                      <a:gd name="T123" fmla="*/ 171 h 37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  <a:cxn ang="0">
                        <a:pos x="T84" y="T85"/>
                      </a:cxn>
                      <a:cxn ang="0">
                        <a:pos x="T86" y="T87"/>
                      </a:cxn>
                      <a:cxn ang="0">
                        <a:pos x="T88" y="T89"/>
                      </a:cxn>
                      <a:cxn ang="0">
                        <a:pos x="T90" y="T91"/>
                      </a:cxn>
                      <a:cxn ang="0">
                        <a:pos x="T92" y="T93"/>
                      </a:cxn>
                      <a:cxn ang="0">
                        <a:pos x="T94" y="T95"/>
                      </a:cxn>
                      <a:cxn ang="0">
                        <a:pos x="T96" y="T97"/>
                      </a:cxn>
                      <a:cxn ang="0">
                        <a:pos x="T98" y="T99"/>
                      </a:cxn>
                      <a:cxn ang="0">
                        <a:pos x="T100" y="T101"/>
                      </a:cxn>
                      <a:cxn ang="0">
                        <a:pos x="T102" y="T103"/>
                      </a:cxn>
                      <a:cxn ang="0">
                        <a:pos x="T104" y="T105"/>
                      </a:cxn>
                      <a:cxn ang="0">
                        <a:pos x="T106" y="T107"/>
                      </a:cxn>
                      <a:cxn ang="0">
                        <a:pos x="T108" y="T109"/>
                      </a:cxn>
                      <a:cxn ang="0">
                        <a:pos x="T110" y="T111"/>
                      </a:cxn>
                      <a:cxn ang="0">
                        <a:pos x="T112" y="T113"/>
                      </a:cxn>
                      <a:cxn ang="0">
                        <a:pos x="T114" y="T115"/>
                      </a:cxn>
                      <a:cxn ang="0">
                        <a:pos x="T116" y="T117"/>
                      </a:cxn>
                      <a:cxn ang="0">
                        <a:pos x="T118" y="T119"/>
                      </a:cxn>
                      <a:cxn ang="0">
                        <a:pos x="T120" y="T121"/>
                      </a:cxn>
                      <a:cxn ang="0">
                        <a:pos x="T122" y="T123"/>
                      </a:cxn>
                    </a:cxnLst>
                    <a:rect l="0" t="0" r="r" b="b"/>
                    <a:pathLst>
                      <a:path w="530" h="371">
                        <a:moveTo>
                          <a:pt x="2" y="364"/>
                        </a:moveTo>
                        <a:cubicBezTo>
                          <a:pt x="2" y="365"/>
                          <a:pt x="3" y="365"/>
                          <a:pt x="3" y="366"/>
                        </a:cubicBezTo>
                        <a:cubicBezTo>
                          <a:pt x="3" y="366"/>
                          <a:pt x="3" y="367"/>
                          <a:pt x="4" y="367"/>
                        </a:cubicBezTo>
                        <a:lnTo>
                          <a:pt x="4" y="367"/>
                        </a:lnTo>
                        <a:cubicBezTo>
                          <a:pt x="5" y="369"/>
                          <a:pt x="7" y="370"/>
                          <a:pt x="8" y="370"/>
                        </a:cubicBezTo>
                        <a:cubicBezTo>
                          <a:pt x="9" y="371"/>
                          <a:pt x="12" y="371"/>
                          <a:pt x="13" y="371"/>
                        </a:cubicBezTo>
                        <a:lnTo>
                          <a:pt x="518" y="371"/>
                        </a:lnTo>
                        <a:cubicBezTo>
                          <a:pt x="519" y="371"/>
                          <a:pt x="521" y="371"/>
                          <a:pt x="523" y="370"/>
                        </a:cubicBezTo>
                        <a:cubicBezTo>
                          <a:pt x="524" y="370"/>
                          <a:pt x="524" y="369"/>
                          <a:pt x="525" y="369"/>
                        </a:cubicBezTo>
                        <a:cubicBezTo>
                          <a:pt x="525" y="369"/>
                          <a:pt x="527" y="369"/>
                          <a:pt x="527" y="367"/>
                        </a:cubicBezTo>
                        <a:lnTo>
                          <a:pt x="527" y="367"/>
                        </a:lnTo>
                        <a:cubicBezTo>
                          <a:pt x="528" y="366"/>
                          <a:pt x="529" y="365"/>
                          <a:pt x="529" y="364"/>
                        </a:cubicBezTo>
                        <a:cubicBezTo>
                          <a:pt x="530" y="362"/>
                          <a:pt x="530" y="360"/>
                          <a:pt x="530" y="359"/>
                        </a:cubicBezTo>
                        <a:lnTo>
                          <a:pt x="530" y="359"/>
                        </a:lnTo>
                        <a:lnTo>
                          <a:pt x="530" y="12"/>
                        </a:lnTo>
                        <a:lnTo>
                          <a:pt x="530" y="11"/>
                        </a:lnTo>
                        <a:lnTo>
                          <a:pt x="530" y="8"/>
                        </a:lnTo>
                        <a:cubicBezTo>
                          <a:pt x="530" y="7"/>
                          <a:pt x="530" y="7"/>
                          <a:pt x="529" y="6"/>
                        </a:cubicBezTo>
                        <a:lnTo>
                          <a:pt x="529" y="5"/>
                        </a:lnTo>
                        <a:lnTo>
                          <a:pt x="528" y="3"/>
                        </a:lnTo>
                        <a:cubicBezTo>
                          <a:pt x="528" y="2"/>
                          <a:pt x="527" y="2"/>
                          <a:pt x="527" y="2"/>
                        </a:cubicBezTo>
                        <a:cubicBezTo>
                          <a:pt x="527" y="2"/>
                          <a:pt x="525" y="1"/>
                          <a:pt x="524" y="1"/>
                        </a:cubicBezTo>
                        <a:cubicBezTo>
                          <a:pt x="523" y="1"/>
                          <a:pt x="523" y="0"/>
                          <a:pt x="522" y="0"/>
                        </a:cubicBezTo>
                        <a:lnTo>
                          <a:pt x="519" y="0"/>
                        </a:lnTo>
                        <a:lnTo>
                          <a:pt x="518" y="0"/>
                        </a:lnTo>
                        <a:lnTo>
                          <a:pt x="13" y="0"/>
                        </a:lnTo>
                        <a:lnTo>
                          <a:pt x="11" y="0"/>
                        </a:lnTo>
                        <a:lnTo>
                          <a:pt x="9" y="0"/>
                        </a:lnTo>
                        <a:cubicBezTo>
                          <a:pt x="8" y="0"/>
                          <a:pt x="8" y="0"/>
                          <a:pt x="7" y="1"/>
                        </a:cubicBezTo>
                        <a:cubicBezTo>
                          <a:pt x="5" y="1"/>
                          <a:pt x="5" y="2"/>
                          <a:pt x="5" y="2"/>
                        </a:cubicBezTo>
                        <a:cubicBezTo>
                          <a:pt x="4" y="2"/>
                          <a:pt x="4" y="3"/>
                          <a:pt x="4" y="3"/>
                        </a:cubicBezTo>
                        <a:lnTo>
                          <a:pt x="3" y="5"/>
                        </a:lnTo>
                        <a:lnTo>
                          <a:pt x="3" y="6"/>
                        </a:lnTo>
                        <a:cubicBezTo>
                          <a:pt x="2" y="7"/>
                          <a:pt x="2" y="9"/>
                          <a:pt x="2" y="9"/>
                        </a:cubicBezTo>
                        <a:lnTo>
                          <a:pt x="2" y="11"/>
                        </a:lnTo>
                        <a:lnTo>
                          <a:pt x="2" y="12"/>
                        </a:lnTo>
                        <a:lnTo>
                          <a:pt x="2" y="360"/>
                        </a:lnTo>
                        <a:lnTo>
                          <a:pt x="2" y="361"/>
                        </a:lnTo>
                        <a:cubicBezTo>
                          <a:pt x="0" y="362"/>
                          <a:pt x="0" y="364"/>
                          <a:pt x="2" y="364"/>
                        </a:cubicBezTo>
                        <a:close/>
                        <a:moveTo>
                          <a:pt x="25" y="36"/>
                        </a:moveTo>
                        <a:lnTo>
                          <a:pt x="204" y="159"/>
                        </a:lnTo>
                        <a:lnTo>
                          <a:pt x="25" y="330"/>
                        </a:lnTo>
                        <a:lnTo>
                          <a:pt x="25" y="36"/>
                        </a:lnTo>
                        <a:close/>
                        <a:moveTo>
                          <a:pt x="505" y="328"/>
                        </a:moveTo>
                        <a:lnTo>
                          <a:pt x="334" y="153"/>
                        </a:lnTo>
                        <a:lnTo>
                          <a:pt x="505" y="36"/>
                        </a:lnTo>
                        <a:lnTo>
                          <a:pt x="505" y="328"/>
                        </a:lnTo>
                        <a:close/>
                        <a:moveTo>
                          <a:pt x="258" y="196"/>
                        </a:moveTo>
                        <a:cubicBezTo>
                          <a:pt x="260" y="197"/>
                          <a:pt x="263" y="199"/>
                          <a:pt x="265" y="199"/>
                        </a:cubicBezTo>
                        <a:cubicBezTo>
                          <a:pt x="267" y="199"/>
                          <a:pt x="268" y="199"/>
                          <a:pt x="268" y="197"/>
                        </a:cubicBezTo>
                        <a:lnTo>
                          <a:pt x="270" y="197"/>
                        </a:lnTo>
                        <a:lnTo>
                          <a:pt x="272" y="197"/>
                        </a:lnTo>
                        <a:cubicBezTo>
                          <a:pt x="273" y="197"/>
                          <a:pt x="273" y="197"/>
                          <a:pt x="274" y="196"/>
                        </a:cubicBezTo>
                        <a:lnTo>
                          <a:pt x="314" y="169"/>
                        </a:lnTo>
                        <a:lnTo>
                          <a:pt x="489" y="347"/>
                        </a:lnTo>
                        <a:lnTo>
                          <a:pt x="44" y="347"/>
                        </a:lnTo>
                        <a:lnTo>
                          <a:pt x="225" y="174"/>
                        </a:lnTo>
                        <a:lnTo>
                          <a:pt x="258" y="196"/>
                        </a:lnTo>
                        <a:close/>
                        <a:moveTo>
                          <a:pt x="265" y="171"/>
                        </a:moveTo>
                        <a:lnTo>
                          <a:pt x="53" y="25"/>
                        </a:lnTo>
                        <a:lnTo>
                          <a:pt x="478" y="25"/>
                        </a:lnTo>
                        <a:lnTo>
                          <a:pt x="265" y="171"/>
                        </a:lnTo>
                        <a:close/>
                      </a:path>
                    </a:pathLst>
                  </a:custGeom>
                  <a:grpFill/>
                  <a:ln w="0">
                    <a:solidFill>
                      <a:schemeClr val="bg1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ctr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IN" sz="200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p:grpSp>
            <p:grpSp>
              <p:nvGrpSpPr>
                <p:cNvPr id="43" name="Group 42">
                  <a:extLst>
                    <a:ext uri="{FF2B5EF4-FFF2-40B4-BE49-F238E27FC236}">
                      <a16:creationId xmlns:a16="http://schemas.microsoft.com/office/drawing/2014/main" id="{6D432F4B-945F-7DC6-3F81-6F47C3B3C638}"/>
                    </a:ext>
                  </a:extLst>
                </p:cNvPr>
                <p:cNvGrpSpPr/>
                <p:nvPr/>
              </p:nvGrpSpPr>
              <p:grpSpPr>
                <a:xfrm>
                  <a:off x="3075086" y="4285196"/>
                  <a:ext cx="255108" cy="189096"/>
                  <a:chOff x="3346450" y="704850"/>
                  <a:chExt cx="5478463" cy="4060825"/>
                </a:xfrm>
                <a:solidFill>
                  <a:schemeClr val="bg1"/>
                </a:solidFill>
              </p:grpSpPr>
              <p:sp>
                <p:nvSpPr>
                  <p:cNvPr id="53" name="Freeform 133">
                    <a:extLst>
                      <a:ext uri="{FF2B5EF4-FFF2-40B4-BE49-F238E27FC236}">
                        <a16:creationId xmlns:a16="http://schemas.microsoft.com/office/drawing/2014/main" id="{93689424-65B3-7A1F-5FBE-80B2C4C7856A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346450" y="841375"/>
                    <a:ext cx="5235575" cy="3924300"/>
                  </a:xfrm>
                  <a:custGeom>
                    <a:avLst/>
                    <a:gdLst>
                      <a:gd name="T0" fmla="*/ 4724 w 6117"/>
                      <a:gd name="T1" fmla="*/ 1612 h 4594"/>
                      <a:gd name="T2" fmla="*/ 4680 w 6117"/>
                      <a:gd name="T3" fmla="*/ 1652 h 4594"/>
                      <a:gd name="T4" fmla="*/ 4088 w 6117"/>
                      <a:gd name="T5" fmla="*/ 2189 h 4594"/>
                      <a:gd name="T6" fmla="*/ 4037 w 6117"/>
                      <a:gd name="T7" fmla="*/ 2237 h 4594"/>
                      <a:gd name="T8" fmla="*/ 4474 w 6117"/>
                      <a:gd name="T9" fmla="*/ 2673 h 4594"/>
                      <a:gd name="T10" fmla="*/ 5289 w 6117"/>
                      <a:gd name="T11" fmla="*/ 3489 h 4594"/>
                      <a:gd name="T12" fmla="*/ 5211 w 6117"/>
                      <a:gd name="T13" fmla="*/ 3815 h 4594"/>
                      <a:gd name="T14" fmla="*/ 5016 w 6117"/>
                      <a:gd name="T15" fmla="*/ 3755 h 4594"/>
                      <a:gd name="T16" fmla="*/ 4205 w 6117"/>
                      <a:gd name="T17" fmla="*/ 2944 h 4594"/>
                      <a:gd name="T18" fmla="*/ 3755 w 6117"/>
                      <a:gd name="T19" fmla="*/ 2493 h 4594"/>
                      <a:gd name="T20" fmla="*/ 3704 w 6117"/>
                      <a:gd name="T21" fmla="*/ 2539 h 4594"/>
                      <a:gd name="T22" fmla="*/ 3200 w 6117"/>
                      <a:gd name="T23" fmla="*/ 2997 h 4594"/>
                      <a:gd name="T24" fmla="*/ 2918 w 6117"/>
                      <a:gd name="T25" fmla="*/ 2998 h 4594"/>
                      <a:gd name="T26" fmla="*/ 2432 w 6117"/>
                      <a:gd name="T27" fmla="*/ 2557 h 4594"/>
                      <a:gd name="T28" fmla="*/ 2354 w 6117"/>
                      <a:gd name="T29" fmla="*/ 2487 h 4594"/>
                      <a:gd name="T30" fmla="*/ 2314 w 6117"/>
                      <a:gd name="T31" fmla="*/ 2543 h 4594"/>
                      <a:gd name="T32" fmla="*/ 1101 w 6117"/>
                      <a:gd name="T33" fmla="*/ 3756 h 4594"/>
                      <a:gd name="T34" fmla="*/ 771 w 6117"/>
                      <a:gd name="T35" fmla="*/ 3689 h 4594"/>
                      <a:gd name="T36" fmla="*/ 832 w 6117"/>
                      <a:gd name="T37" fmla="*/ 3483 h 4594"/>
                      <a:gd name="T38" fmla="*/ 1805 w 6117"/>
                      <a:gd name="T39" fmla="*/ 2513 h 4594"/>
                      <a:gd name="T40" fmla="*/ 2080 w 6117"/>
                      <a:gd name="T41" fmla="*/ 2239 h 4594"/>
                      <a:gd name="T42" fmla="*/ 1583 w 6117"/>
                      <a:gd name="T43" fmla="*/ 1787 h 4594"/>
                      <a:gd name="T44" fmla="*/ 832 w 6117"/>
                      <a:gd name="T45" fmla="*/ 1104 h 4594"/>
                      <a:gd name="T46" fmla="*/ 769 w 6117"/>
                      <a:gd name="T47" fmla="*/ 910 h 4594"/>
                      <a:gd name="T48" fmla="*/ 904 w 6117"/>
                      <a:gd name="T49" fmla="*/ 773 h 4594"/>
                      <a:gd name="T50" fmla="*/ 1095 w 6117"/>
                      <a:gd name="T51" fmla="*/ 827 h 4594"/>
                      <a:gd name="T52" fmla="*/ 2147 w 6117"/>
                      <a:gd name="T53" fmla="*/ 1781 h 4594"/>
                      <a:gd name="T54" fmla="*/ 3058 w 6117"/>
                      <a:gd name="T55" fmla="*/ 2608 h 4594"/>
                      <a:gd name="T56" fmla="*/ 3106 w 6117"/>
                      <a:gd name="T57" fmla="*/ 2566 h 4594"/>
                      <a:gd name="T58" fmla="*/ 4481 w 6117"/>
                      <a:gd name="T59" fmla="*/ 1316 h 4594"/>
                      <a:gd name="T60" fmla="*/ 4500 w 6117"/>
                      <a:gd name="T61" fmla="*/ 1 h 4594"/>
                      <a:gd name="T62" fmla="*/ 754 w 6117"/>
                      <a:gd name="T63" fmla="*/ 1 h 4594"/>
                      <a:gd name="T64" fmla="*/ 12 w 6117"/>
                      <a:gd name="T65" fmla="*/ 631 h 4594"/>
                      <a:gd name="T66" fmla="*/ 0 w 6117"/>
                      <a:gd name="T67" fmla="*/ 670 h 4594"/>
                      <a:gd name="T68" fmla="*/ 0 w 6117"/>
                      <a:gd name="T69" fmla="*/ 3920 h 4594"/>
                      <a:gd name="T70" fmla="*/ 30 w 6117"/>
                      <a:gd name="T71" fmla="*/ 4033 h 4594"/>
                      <a:gd name="T72" fmla="*/ 772 w 6117"/>
                      <a:gd name="T73" fmla="*/ 4588 h 4594"/>
                      <a:gd name="T74" fmla="*/ 5064 w 6117"/>
                      <a:gd name="T75" fmla="*/ 4588 h 4594"/>
                      <a:gd name="T76" fmla="*/ 5516 w 6117"/>
                      <a:gd name="T77" fmla="*/ 4567 h 4594"/>
                      <a:gd name="T78" fmla="*/ 6107 w 6117"/>
                      <a:gd name="T79" fmla="*/ 3946 h 4594"/>
                      <a:gd name="T80" fmla="*/ 6117 w 6117"/>
                      <a:gd name="T81" fmla="*/ 3920 h 4594"/>
                      <a:gd name="T82" fmla="*/ 6117 w 6117"/>
                      <a:gd name="T83" fmla="*/ 1808 h 4594"/>
                      <a:gd name="T84" fmla="*/ 4724 w 6117"/>
                      <a:gd name="T85" fmla="*/ 1612 h 459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  <a:cxn ang="0">
                        <a:pos x="T84" y="T85"/>
                      </a:cxn>
                    </a:cxnLst>
                    <a:rect l="0" t="0" r="r" b="b"/>
                    <a:pathLst>
                      <a:path w="6117" h="4594">
                        <a:moveTo>
                          <a:pt x="4724" y="1612"/>
                        </a:moveTo>
                        <a:lnTo>
                          <a:pt x="4680" y="1652"/>
                        </a:lnTo>
                        <a:lnTo>
                          <a:pt x="4088" y="2189"/>
                        </a:lnTo>
                        <a:cubicBezTo>
                          <a:pt x="4072" y="2204"/>
                          <a:pt x="4056" y="2219"/>
                          <a:pt x="4037" y="2237"/>
                        </a:cubicBezTo>
                        <a:cubicBezTo>
                          <a:pt x="4184" y="2384"/>
                          <a:pt x="4330" y="2528"/>
                          <a:pt x="4474" y="2673"/>
                        </a:cubicBezTo>
                        <a:cubicBezTo>
                          <a:pt x="4747" y="2944"/>
                          <a:pt x="5018" y="3216"/>
                          <a:pt x="5289" y="3489"/>
                        </a:cubicBezTo>
                        <a:cubicBezTo>
                          <a:pt x="5402" y="3602"/>
                          <a:pt x="5359" y="3775"/>
                          <a:pt x="5211" y="3815"/>
                        </a:cubicBezTo>
                        <a:cubicBezTo>
                          <a:pt x="5134" y="3836"/>
                          <a:pt x="5071" y="3810"/>
                          <a:pt x="5016" y="3755"/>
                        </a:cubicBezTo>
                        <a:lnTo>
                          <a:pt x="4205" y="2944"/>
                        </a:lnTo>
                        <a:cubicBezTo>
                          <a:pt x="4056" y="2795"/>
                          <a:pt x="3908" y="2646"/>
                          <a:pt x="3755" y="2493"/>
                        </a:cubicBezTo>
                        <a:cubicBezTo>
                          <a:pt x="3736" y="2510"/>
                          <a:pt x="3719" y="2524"/>
                          <a:pt x="3704" y="2539"/>
                        </a:cubicBezTo>
                        <a:cubicBezTo>
                          <a:pt x="3536" y="2692"/>
                          <a:pt x="3368" y="2845"/>
                          <a:pt x="3200" y="2997"/>
                        </a:cubicBezTo>
                        <a:cubicBezTo>
                          <a:pt x="3107" y="3081"/>
                          <a:pt x="3011" y="3082"/>
                          <a:pt x="2918" y="2998"/>
                        </a:cubicBezTo>
                        <a:lnTo>
                          <a:pt x="2432" y="2557"/>
                        </a:lnTo>
                        <a:cubicBezTo>
                          <a:pt x="2410" y="2537"/>
                          <a:pt x="2388" y="2518"/>
                          <a:pt x="2354" y="2487"/>
                        </a:cubicBezTo>
                        <a:cubicBezTo>
                          <a:pt x="2342" y="2507"/>
                          <a:pt x="2329" y="2526"/>
                          <a:pt x="2314" y="2543"/>
                        </a:cubicBezTo>
                        <a:cubicBezTo>
                          <a:pt x="1910" y="2948"/>
                          <a:pt x="1506" y="3353"/>
                          <a:pt x="1101" y="3756"/>
                        </a:cubicBezTo>
                        <a:cubicBezTo>
                          <a:pt x="987" y="3870"/>
                          <a:pt x="816" y="3835"/>
                          <a:pt x="771" y="3689"/>
                        </a:cubicBezTo>
                        <a:cubicBezTo>
                          <a:pt x="746" y="3608"/>
                          <a:pt x="774" y="3542"/>
                          <a:pt x="832" y="3483"/>
                        </a:cubicBezTo>
                        <a:lnTo>
                          <a:pt x="1805" y="2513"/>
                        </a:lnTo>
                        <a:cubicBezTo>
                          <a:pt x="1895" y="2422"/>
                          <a:pt x="1986" y="2333"/>
                          <a:pt x="2080" y="2239"/>
                        </a:cubicBezTo>
                        <a:lnTo>
                          <a:pt x="1583" y="1787"/>
                        </a:lnTo>
                        <a:cubicBezTo>
                          <a:pt x="1333" y="1559"/>
                          <a:pt x="1083" y="1331"/>
                          <a:pt x="832" y="1104"/>
                        </a:cubicBezTo>
                        <a:cubicBezTo>
                          <a:pt x="775" y="1051"/>
                          <a:pt x="750" y="987"/>
                          <a:pt x="769" y="910"/>
                        </a:cubicBezTo>
                        <a:cubicBezTo>
                          <a:pt x="784" y="842"/>
                          <a:pt x="836" y="789"/>
                          <a:pt x="904" y="773"/>
                        </a:cubicBezTo>
                        <a:cubicBezTo>
                          <a:pt x="978" y="752"/>
                          <a:pt x="1040" y="776"/>
                          <a:pt x="1095" y="827"/>
                        </a:cubicBezTo>
                        <a:cubicBezTo>
                          <a:pt x="1446" y="1145"/>
                          <a:pt x="1796" y="1463"/>
                          <a:pt x="2147" y="1781"/>
                        </a:cubicBezTo>
                        <a:lnTo>
                          <a:pt x="3058" y="2608"/>
                        </a:lnTo>
                        <a:cubicBezTo>
                          <a:pt x="3075" y="2593"/>
                          <a:pt x="3091" y="2580"/>
                          <a:pt x="3106" y="2566"/>
                        </a:cubicBezTo>
                        <a:lnTo>
                          <a:pt x="4481" y="1316"/>
                        </a:lnTo>
                        <a:cubicBezTo>
                          <a:pt x="4240" y="909"/>
                          <a:pt x="4247" y="401"/>
                          <a:pt x="4500" y="1"/>
                        </a:cubicBezTo>
                        <a:cubicBezTo>
                          <a:pt x="3251" y="0"/>
                          <a:pt x="2003" y="0"/>
                          <a:pt x="754" y="1"/>
                        </a:cubicBezTo>
                        <a:cubicBezTo>
                          <a:pt x="388" y="2"/>
                          <a:pt x="75" y="271"/>
                          <a:pt x="12" y="631"/>
                        </a:cubicBezTo>
                        <a:cubicBezTo>
                          <a:pt x="9" y="644"/>
                          <a:pt x="5" y="657"/>
                          <a:pt x="0" y="670"/>
                        </a:cubicBezTo>
                        <a:lnTo>
                          <a:pt x="0" y="3920"/>
                        </a:lnTo>
                        <a:cubicBezTo>
                          <a:pt x="10" y="3958"/>
                          <a:pt x="19" y="3996"/>
                          <a:pt x="30" y="4033"/>
                        </a:cubicBezTo>
                        <a:cubicBezTo>
                          <a:pt x="125" y="4365"/>
                          <a:pt x="421" y="4588"/>
                          <a:pt x="772" y="4588"/>
                        </a:cubicBezTo>
                        <a:cubicBezTo>
                          <a:pt x="2203" y="4589"/>
                          <a:pt x="3634" y="4589"/>
                          <a:pt x="5064" y="4588"/>
                        </a:cubicBezTo>
                        <a:cubicBezTo>
                          <a:pt x="5215" y="4588"/>
                          <a:pt x="5369" y="4594"/>
                          <a:pt x="5516" y="4567"/>
                        </a:cubicBezTo>
                        <a:cubicBezTo>
                          <a:pt x="5829" y="4507"/>
                          <a:pt x="6050" y="4264"/>
                          <a:pt x="6107" y="3946"/>
                        </a:cubicBezTo>
                        <a:cubicBezTo>
                          <a:pt x="6109" y="3937"/>
                          <a:pt x="6113" y="3928"/>
                          <a:pt x="6117" y="3920"/>
                        </a:cubicBezTo>
                        <a:lnTo>
                          <a:pt x="6117" y="1808"/>
                        </a:lnTo>
                        <a:cubicBezTo>
                          <a:pt x="5656" y="2032"/>
                          <a:pt x="5105" y="1954"/>
                          <a:pt x="4724" y="1612"/>
                        </a:cubicBezTo>
                        <a:close/>
                      </a:path>
                    </a:pathLst>
                  </a:custGeom>
                  <a:grpFill/>
                  <a:ln w="0">
                    <a:noFill/>
                    <a:prstDash val="solid"/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ctr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IN" sz="200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54" name="Freeform 134">
                    <a:extLst>
                      <a:ext uri="{FF2B5EF4-FFF2-40B4-BE49-F238E27FC236}">
                        <a16:creationId xmlns:a16="http://schemas.microsoft.com/office/drawing/2014/main" id="{69FC2745-9A4A-47D4-662A-5687FE5FFECB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7340600" y="704850"/>
                    <a:ext cx="1484313" cy="1479550"/>
                  </a:xfrm>
                  <a:custGeom>
                    <a:avLst/>
                    <a:gdLst>
                      <a:gd name="T0" fmla="*/ 900 w 1733"/>
                      <a:gd name="T1" fmla="*/ 0 h 1732"/>
                      <a:gd name="T2" fmla="*/ 129 w 1733"/>
                      <a:gd name="T3" fmla="*/ 514 h 1732"/>
                      <a:gd name="T4" fmla="*/ 310 w 1733"/>
                      <a:gd name="T5" fmla="*/ 1422 h 1732"/>
                      <a:gd name="T6" fmla="*/ 1218 w 1733"/>
                      <a:gd name="T7" fmla="*/ 1603 h 1732"/>
                      <a:gd name="T8" fmla="*/ 1733 w 1733"/>
                      <a:gd name="T9" fmla="*/ 833 h 1732"/>
                      <a:gd name="T10" fmla="*/ 900 w 1733"/>
                      <a:gd name="T11" fmla="*/ 0 h 1732"/>
                      <a:gd name="T12" fmla="*/ 1175 w 1733"/>
                      <a:gd name="T13" fmla="*/ 982 h 1732"/>
                      <a:gd name="T14" fmla="*/ 1007 w 1733"/>
                      <a:gd name="T15" fmla="*/ 815 h 1732"/>
                      <a:gd name="T16" fmla="*/ 1007 w 1733"/>
                      <a:gd name="T17" fmla="*/ 823 h 1732"/>
                      <a:gd name="T18" fmla="*/ 1007 w 1733"/>
                      <a:gd name="T19" fmla="*/ 1256 h 1732"/>
                      <a:gd name="T20" fmla="*/ 1007 w 1733"/>
                      <a:gd name="T21" fmla="*/ 1261 h 1732"/>
                      <a:gd name="T22" fmla="*/ 792 w 1733"/>
                      <a:gd name="T23" fmla="*/ 1261 h 1732"/>
                      <a:gd name="T24" fmla="*/ 792 w 1733"/>
                      <a:gd name="T25" fmla="*/ 1251 h 1732"/>
                      <a:gd name="T26" fmla="*/ 792 w 1733"/>
                      <a:gd name="T27" fmla="*/ 826 h 1732"/>
                      <a:gd name="T28" fmla="*/ 792 w 1733"/>
                      <a:gd name="T29" fmla="*/ 815 h 1732"/>
                      <a:gd name="T30" fmla="*/ 624 w 1733"/>
                      <a:gd name="T31" fmla="*/ 983 h 1732"/>
                      <a:gd name="T32" fmla="*/ 474 w 1733"/>
                      <a:gd name="T33" fmla="*/ 832 h 1732"/>
                      <a:gd name="T34" fmla="*/ 899 w 1733"/>
                      <a:gd name="T35" fmla="*/ 405 h 1732"/>
                      <a:gd name="T36" fmla="*/ 1325 w 1733"/>
                      <a:gd name="T37" fmla="*/ 832 h 1732"/>
                      <a:gd name="T38" fmla="*/ 1175 w 1733"/>
                      <a:gd name="T39" fmla="*/ 982 h 173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</a:cxnLst>
                    <a:rect l="0" t="0" r="r" b="b"/>
                    <a:pathLst>
                      <a:path w="1733" h="1732">
                        <a:moveTo>
                          <a:pt x="900" y="0"/>
                        </a:moveTo>
                        <a:cubicBezTo>
                          <a:pt x="562" y="0"/>
                          <a:pt x="258" y="203"/>
                          <a:pt x="129" y="514"/>
                        </a:cubicBezTo>
                        <a:cubicBezTo>
                          <a:pt x="0" y="826"/>
                          <a:pt x="72" y="1184"/>
                          <a:pt x="310" y="1422"/>
                        </a:cubicBezTo>
                        <a:cubicBezTo>
                          <a:pt x="548" y="1661"/>
                          <a:pt x="907" y="1732"/>
                          <a:pt x="1218" y="1603"/>
                        </a:cubicBezTo>
                        <a:cubicBezTo>
                          <a:pt x="1530" y="1474"/>
                          <a:pt x="1733" y="1170"/>
                          <a:pt x="1733" y="833"/>
                        </a:cubicBezTo>
                        <a:cubicBezTo>
                          <a:pt x="1733" y="373"/>
                          <a:pt x="1360" y="0"/>
                          <a:pt x="900" y="0"/>
                        </a:cubicBezTo>
                        <a:close/>
                        <a:moveTo>
                          <a:pt x="1175" y="982"/>
                        </a:moveTo>
                        <a:lnTo>
                          <a:pt x="1007" y="815"/>
                        </a:lnTo>
                        <a:lnTo>
                          <a:pt x="1007" y="823"/>
                        </a:lnTo>
                        <a:lnTo>
                          <a:pt x="1007" y="1256"/>
                        </a:lnTo>
                        <a:lnTo>
                          <a:pt x="1007" y="1261"/>
                        </a:lnTo>
                        <a:lnTo>
                          <a:pt x="792" y="1261"/>
                        </a:lnTo>
                        <a:lnTo>
                          <a:pt x="792" y="1251"/>
                        </a:lnTo>
                        <a:lnTo>
                          <a:pt x="792" y="826"/>
                        </a:lnTo>
                        <a:lnTo>
                          <a:pt x="792" y="815"/>
                        </a:lnTo>
                        <a:lnTo>
                          <a:pt x="624" y="983"/>
                        </a:lnTo>
                        <a:lnTo>
                          <a:pt x="474" y="832"/>
                        </a:lnTo>
                        <a:lnTo>
                          <a:pt x="899" y="405"/>
                        </a:lnTo>
                        <a:lnTo>
                          <a:pt x="1325" y="832"/>
                        </a:lnTo>
                        <a:lnTo>
                          <a:pt x="1175" y="982"/>
                        </a:lnTo>
                        <a:close/>
                      </a:path>
                    </a:pathLst>
                  </a:custGeom>
                  <a:grpFill/>
                  <a:ln w="0">
                    <a:noFill/>
                    <a:prstDash val="solid"/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ctr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IN" sz="200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p:grpSp>
            <p:grpSp>
              <p:nvGrpSpPr>
                <p:cNvPr id="44" name="Group 43">
                  <a:extLst>
                    <a:ext uri="{FF2B5EF4-FFF2-40B4-BE49-F238E27FC236}">
                      <a16:creationId xmlns:a16="http://schemas.microsoft.com/office/drawing/2014/main" id="{503CEA3E-F8C3-2AE7-CA1C-71D5501B9793}"/>
                    </a:ext>
                  </a:extLst>
                </p:cNvPr>
                <p:cNvGrpSpPr/>
                <p:nvPr/>
              </p:nvGrpSpPr>
              <p:grpSpPr>
                <a:xfrm>
                  <a:off x="2110877" y="5166091"/>
                  <a:ext cx="205788" cy="27276"/>
                  <a:chOff x="5127625" y="1862138"/>
                  <a:chExt cx="3078163" cy="407988"/>
                </a:xfrm>
                <a:solidFill>
                  <a:schemeClr val="bg1"/>
                </a:solidFill>
              </p:grpSpPr>
              <p:sp>
                <p:nvSpPr>
                  <p:cNvPr id="51" name="Oval 177">
                    <a:extLst>
                      <a:ext uri="{FF2B5EF4-FFF2-40B4-BE49-F238E27FC236}">
                        <a16:creationId xmlns:a16="http://schemas.microsoft.com/office/drawing/2014/main" id="{03A86E56-DC04-8904-7F9E-00689EBCD7B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127625" y="1862138"/>
                    <a:ext cx="409575" cy="407988"/>
                  </a:xfrm>
                  <a:prstGeom prst="ellipse">
                    <a:avLst/>
                  </a:prstGeom>
                  <a:grpFill/>
                  <a:ln w="0">
                    <a:noFill/>
                    <a:prstDash val="solid"/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ctr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IN" sz="200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52" name="Oval 179">
                    <a:extLst>
                      <a:ext uri="{FF2B5EF4-FFF2-40B4-BE49-F238E27FC236}">
                        <a16:creationId xmlns:a16="http://schemas.microsoft.com/office/drawing/2014/main" id="{06B95FA3-FC96-73D7-B9B3-B91A4F4DBE0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7794625" y="1862138"/>
                    <a:ext cx="411163" cy="407988"/>
                  </a:xfrm>
                  <a:prstGeom prst="ellipse">
                    <a:avLst/>
                  </a:prstGeom>
                  <a:grpFill/>
                  <a:ln w="0">
                    <a:noFill/>
                    <a:prstDash val="solid"/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ctr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IN" sz="200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p:grpSp>
            <p:grpSp>
              <p:nvGrpSpPr>
                <p:cNvPr id="45" name="Group 44">
                  <a:extLst>
                    <a:ext uri="{FF2B5EF4-FFF2-40B4-BE49-F238E27FC236}">
                      <a16:creationId xmlns:a16="http://schemas.microsoft.com/office/drawing/2014/main" id="{F90BF03D-0A3E-F304-7219-3D53CCBFCAA4}"/>
                    </a:ext>
                  </a:extLst>
                </p:cNvPr>
                <p:cNvGrpSpPr/>
                <p:nvPr/>
              </p:nvGrpSpPr>
              <p:grpSpPr>
                <a:xfrm>
                  <a:off x="3157375" y="3575195"/>
                  <a:ext cx="322562" cy="341880"/>
                  <a:chOff x="2923803" y="1273714"/>
                  <a:chExt cx="3413331" cy="3617758"/>
                </a:xfrm>
                <a:solidFill>
                  <a:schemeClr val="bg1"/>
                </a:solidFill>
              </p:grpSpPr>
              <p:sp>
                <p:nvSpPr>
                  <p:cNvPr id="46" name="Rounded Rectangle 105">
                    <a:extLst>
                      <a:ext uri="{FF2B5EF4-FFF2-40B4-BE49-F238E27FC236}">
                        <a16:creationId xmlns:a16="http://schemas.microsoft.com/office/drawing/2014/main" id="{A8DFA794-B53B-EE25-89EF-9FBDA890C9D5}"/>
                      </a:ext>
                    </a:extLst>
                  </p:cNvPr>
                  <p:cNvSpPr/>
                  <p:nvPr/>
                </p:nvSpPr>
                <p:spPr>
                  <a:xfrm>
                    <a:off x="4039975" y="2587626"/>
                    <a:ext cx="889430" cy="101600"/>
                  </a:xfrm>
                  <a:prstGeom prst="roundRect">
                    <a:avLst>
                      <a:gd name="adj" fmla="val 50000"/>
                    </a:avLst>
                  </a:prstGeom>
                  <a:grpFill/>
                  <a:ln>
                    <a:noFill/>
                  </a:ln>
                  <a:effectLst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sz="200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47" name="Rounded Rectangle 123">
                    <a:extLst>
                      <a:ext uri="{FF2B5EF4-FFF2-40B4-BE49-F238E27FC236}">
                        <a16:creationId xmlns:a16="http://schemas.microsoft.com/office/drawing/2014/main" id="{F79808E8-4E90-DC3E-6D21-C0A1B774A6CF}"/>
                      </a:ext>
                    </a:extLst>
                  </p:cNvPr>
                  <p:cNvSpPr/>
                  <p:nvPr/>
                </p:nvSpPr>
                <p:spPr>
                  <a:xfrm>
                    <a:off x="4039975" y="2957513"/>
                    <a:ext cx="889430" cy="101600"/>
                  </a:xfrm>
                  <a:prstGeom prst="roundRect">
                    <a:avLst>
                      <a:gd name="adj" fmla="val 50000"/>
                    </a:avLst>
                  </a:prstGeom>
                  <a:grpFill/>
                  <a:ln>
                    <a:noFill/>
                  </a:ln>
                  <a:effectLst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sz="200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48" name="Rounded Rectangle 124">
                    <a:extLst>
                      <a:ext uri="{FF2B5EF4-FFF2-40B4-BE49-F238E27FC236}">
                        <a16:creationId xmlns:a16="http://schemas.microsoft.com/office/drawing/2014/main" id="{9D13B3FF-2B60-D468-8711-2F6DA55C588F}"/>
                      </a:ext>
                    </a:extLst>
                  </p:cNvPr>
                  <p:cNvSpPr/>
                  <p:nvPr/>
                </p:nvSpPr>
                <p:spPr>
                  <a:xfrm>
                    <a:off x="4039975" y="3327400"/>
                    <a:ext cx="889430" cy="101600"/>
                  </a:xfrm>
                  <a:prstGeom prst="roundRect">
                    <a:avLst>
                      <a:gd name="adj" fmla="val 50000"/>
                    </a:avLst>
                  </a:prstGeom>
                  <a:grpFill/>
                  <a:ln>
                    <a:noFill/>
                  </a:ln>
                  <a:effectLst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sz="200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49" name="Freeform 125">
                    <a:extLst>
                      <a:ext uri="{FF2B5EF4-FFF2-40B4-BE49-F238E27FC236}">
                        <a16:creationId xmlns:a16="http://schemas.microsoft.com/office/drawing/2014/main" id="{8C0E8F5E-25F9-C7C6-5CB7-25AEBC15B05B}"/>
                      </a:ext>
                    </a:extLst>
                  </p:cNvPr>
                  <p:cNvSpPr/>
                  <p:nvPr/>
                </p:nvSpPr>
                <p:spPr>
                  <a:xfrm rot="13567745">
                    <a:off x="2765751" y="1431766"/>
                    <a:ext cx="3617758" cy="3301653"/>
                  </a:xfrm>
                  <a:custGeom>
                    <a:avLst/>
                    <a:gdLst>
                      <a:gd name="connsiteX0" fmla="*/ 3574880 w 3617758"/>
                      <a:gd name="connsiteY0" fmla="*/ 2147367 h 3301653"/>
                      <a:gd name="connsiteX1" fmla="*/ 2789803 w 3617758"/>
                      <a:gd name="connsiteY1" fmla="*/ 2964011 h 3301653"/>
                      <a:gd name="connsiteX2" fmla="*/ 2788957 w 3617758"/>
                      <a:gd name="connsiteY2" fmla="*/ 2963198 h 3301653"/>
                      <a:gd name="connsiteX3" fmla="*/ 2473416 w 3617758"/>
                      <a:gd name="connsiteY3" fmla="*/ 3291428 h 3301653"/>
                      <a:gd name="connsiteX4" fmla="*/ 2354284 w 3617758"/>
                      <a:gd name="connsiteY4" fmla="*/ 3292035 h 3301653"/>
                      <a:gd name="connsiteX5" fmla="*/ 1747374 w 3617758"/>
                      <a:gd name="connsiteY5" fmla="*/ 3301653 h 3301653"/>
                      <a:gd name="connsiteX6" fmla="*/ 1647926 w 3617758"/>
                      <a:gd name="connsiteY6" fmla="*/ 3206049 h 3301653"/>
                      <a:gd name="connsiteX7" fmla="*/ 1648556 w 3617758"/>
                      <a:gd name="connsiteY7" fmla="*/ 3205406 h 3301653"/>
                      <a:gd name="connsiteX8" fmla="*/ 1568191 w 3617758"/>
                      <a:gd name="connsiteY8" fmla="*/ 3128147 h 3301653"/>
                      <a:gd name="connsiteX9" fmla="*/ 1627344 w 3617758"/>
                      <a:gd name="connsiteY9" fmla="*/ 3082837 h 3301653"/>
                      <a:gd name="connsiteX10" fmla="*/ 1699931 w 3617758"/>
                      <a:gd name="connsiteY10" fmla="*/ 3014582 h 3301653"/>
                      <a:gd name="connsiteX11" fmla="*/ 1731325 w 3617758"/>
                      <a:gd name="connsiteY11" fmla="*/ 2978442 h 3301653"/>
                      <a:gd name="connsiteX12" fmla="*/ 1803183 w 3617758"/>
                      <a:gd name="connsiteY12" fmla="*/ 3047523 h 3301653"/>
                      <a:gd name="connsiteX13" fmla="*/ 2049683 w 3617758"/>
                      <a:gd name="connsiteY13" fmla="*/ 2795834 h 3301653"/>
                      <a:gd name="connsiteX14" fmla="*/ 2126501 w 3617758"/>
                      <a:gd name="connsiteY14" fmla="*/ 2822718 h 3301653"/>
                      <a:gd name="connsiteX15" fmla="*/ 2390525 w 3617758"/>
                      <a:gd name="connsiteY15" fmla="*/ 3085818 h 3301653"/>
                      <a:gd name="connsiteX16" fmla="*/ 3379139 w 3617758"/>
                      <a:gd name="connsiteY16" fmla="*/ 2057452 h 3301653"/>
                      <a:gd name="connsiteX17" fmla="*/ 1483958 w 3617758"/>
                      <a:gd name="connsiteY17" fmla="*/ 235529 h 3301653"/>
                      <a:gd name="connsiteX18" fmla="*/ 232376 w 3617758"/>
                      <a:gd name="connsiteY18" fmla="*/ 1537437 h 3301653"/>
                      <a:gd name="connsiteX19" fmla="*/ 331539 w 3617758"/>
                      <a:gd name="connsiteY19" fmla="*/ 1632767 h 3301653"/>
                      <a:gd name="connsiteX20" fmla="*/ 296665 w 3617758"/>
                      <a:gd name="connsiteY20" fmla="*/ 1665559 h 3301653"/>
                      <a:gd name="connsiteX21" fmla="*/ 231322 w 3617758"/>
                      <a:gd name="connsiteY21" fmla="*/ 1740780 h 3301653"/>
                      <a:gd name="connsiteX22" fmla="*/ 188378 w 3617758"/>
                      <a:gd name="connsiteY22" fmla="*/ 1801671 h 3301653"/>
                      <a:gd name="connsiteX23" fmla="*/ 47160 w 3617758"/>
                      <a:gd name="connsiteY23" fmla="*/ 1665912 h 3301653"/>
                      <a:gd name="connsiteX24" fmla="*/ 42878 w 3617758"/>
                      <a:gd name="connsiteY24" fmla="*/ 1448682 h 3301653"/>
                      <a:gd name="connsiteX25" fmla="*/ 1390224 w 3617758"/>
                      <a:gd name="connsiteY25" fmla="*/ 47160 h 3301653"/>
                      <a:gd name="connsiteX26" fmla="*/ 1607454 w 3617758"/>
                      <a:gd name="connsiteY26" fmla="*/ 42879 h 3301653"/>
                      <a:gd name="connsiteX27" fmla="*/ 3570598 w 3617758"/>
                      <a:gd name="connsiteY27" fmla="*/ 1930136 h 3301653"/>
                      <a:gd name="connsiteX28" fmla="*/ 3574880 w 3617758"/>
                      <a:gd name="connsiteY28" fmla="*/ 2147367 h 330165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</a:cxnLst>
                    <a:rect l="l" t="t" r="r" b="b"/>
                    <a:pathLst>
                      <a:path w="3617758" h="3301653">
                        <a:moveTo>
                          <a:pt x="3574880" y="2147367"/>
                        </a:moveTo>
                        <a:lnTo>
                          <a:pt x="2789803" y="2964011"/>
                        </a:lnTo>
                        <a:lnTo>
                          <a:pt x="2788957" y="2963198"/>
                        </a:lnTo>
                        <a:lnTo>
                          <a:pt x="2473416" y="3291428"/>
                        </a:lnTo>
                        <a:lnTo>
                          <a:pt x="2354284" y="3292035"/>
                        </a:lnTo>
                        <a:lnTo>
                          <a:pt x="1747374" y="3301653"/>
                        </a:lnTo>
                        <a:lnTo>
                          <a:pt x="1647926" y="3206049"/>
                        </a:lnTo>
                        <a:lnTo>
                          <a:pt x="1648556" y="3205406"/>
                        </a:lnTo>
                        <a:lnTo>
                          <a:pt x="1568191" y="3128147"/>
                        </a:lnTo>
                        <a:lnTo>
                          <a:pt x="1627344" y="3082837"/>
                        </a:lnTo>
                        <a:cubicBezTo>
                          <a:pt x="1652414" y="3061553"/>
                          <a:pt x="1676649" y="3038800"/>
                          <a:pt x="1699931" y="3014582"/>
                        </a:cubicBezTo>
                        <a:lnTo>
                          <a:pt x="1731325" y="2978442"/>
                        </a:lnTo>
                        <a:lnTo>
                          <a:pt x="1803183" y="3047523"/>
                        </a:lnTo>
                        <a:lnTo>
                          <a:pt x="2049683" y="2795834"/>
                        </a:lnTo>
                        <a:cubicBezTo>
                          <a:pt x="2062062" y="2788775"/>
                          <a:pt x="2085992" y="2769700"/>
                          <a:pt x="2126501" y="2822718"/>
                        </a:cubicBezTo>
                        <a:lnTo>
                          <a:pt x="2390525" y="3085818"/>
                        </a:lnTo>
                        <a:lnTo>
                          <a:pt x="3379139" y="2057452"/>
                        </a:lnTo>
                        <a:lnTo>
                          <a:pt x="1483958" y="235529"/>
                        </a:lnTo>
                        <a:lnTo>
                          <a:pt x="232376" y="1537437"/>
                        </a:lnTo>
                        <a:lnTo>
                          <a:pt x="331539" y="1632767"/>
                        </a:lnTo>
                        <a:lnTo>
                          <a:pt x="296665" y="1665559"/>
                        </a:lnTo>
                        <a:cubicBezTo>
                          <a:pt x="273382" y="1689778"/>
                          <a:pt x="251602" y="1714890"/>
                          <a:pt x="231322" y="1740780"/>
                        </a:cubicBezTo>
                        <a:lnTo>
                          <a:pt x="188378" y="1801671"/>
                        </a:lnTo>
                        <a:lnTo>
                          <a:pt x="47160" y="1665912"/>
                        </a:lnTo>
                        <a:cubicBezTo>
                          <a:pt x="-14009" y="1607108"/>
                          <a:pt x="-15926" y="1509850"/>
                          <a:pt x="42878" y="1448682"/>
                        </a:cubicBezTo>
                        <a:lnTo>
                          <a:pt x="1390224" y="47160"/>
                        </a:lnTo>
                        <a:cubicBezTo>
                          <a:pt x="1449028" y="-14009"/>
                          <a:pt x="1546285" y="-15926"/>
                          <a:pt x="1607454" y="42879"/>
                        </a:cubicBezTo>
                        <a:lnTo>
                          <a:pt x="3570598" y="1930136"/>
                        </a:lnTo>
                        <a:cubicBezTo>
                          <a:pt x="3631767" y="1988940"/>
                          <a:pt x="3633684" y="2086198"/>
                          <a:pt x="3574880" y="2147367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  <a:effectLst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sz="200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50" name="Freeform 126">
                    <a:extLst>
                      <a:ext uri="{FF2B5EF4-FFF2-40B4-BE49-F238E27FC236}">
                        <a16:creationId xmlns:a16="http://schemas.microsoft.com/office/drawing/2014/main" id="{7748524E-E9B8-DB44-4691-CB3C7D321CC8}"/>
                      </a:ext>
                    </a:extLst>
                  </p:cNvPr>
                  <p:cNvSpPr/>
                  <p:nvPr/>
                </p:nvSpPr>
                <p:spPr>
                  <a:xfrm>
                    <a:off x="4912456" y="2385060"/>
                    <a:ext cx="1424678" cy="1633834"/>
                  </a:xfrm>
                  <a:custGeom>
                    <a:avLst/>
                    <a:gdLst>
                      <a:gd name="connsiteX0" fmla="*/ 134482 w 273278"/>
                      <a:gd name="connsiteY0" fmla="*/ 0 h 313399"/>
                      <a:gd name="connsiteX1" fmla="*/ 200924 w 273278"/>
                      <a:gd name="connsiteY1" fmla="*/ 87300 h 313399"/>
                      <a:gd name="connsiteX2" fmla="*/ 193702 w 273278"/>
                      <a:gd name="connsiteY2" fmla="*/ 122609 h 313399"/>
                      <a:gd name="connsiteX3" fmla="*/ 179200 w 273278"/>
                      <a:gd name="connsiteY3" fmla="*/ 160436 h 313399"/>
                      <a:gd name="connsiteX4" fmla="*/ 252155 w 273278"/>
                      <a:gd name="connsiteY4" fmla="*/ 193941 h 313399"/>
                      <a:gd name="connsiteX5" fmla="*/ 272128 w 273278"/>
                      <a:gd name="connsiteY5" fmla="*/ 291385 h 313399"/>
                      <a:gd name="connsiteX6" fmla="*/ 1507 w 273278"/>
                      <a:gd name="connsiteY6" fmla="*/ 282681 h 313399"/>
                      <a:gd name="connsiteX7" fmla="*/ 35844 w 273278"/>
                      <a:gd name="connsiteY7" fmla="*/ 188286 h 313399"/>
                      <a:gd name="connsiteX8" fmla="*/ 106840 w 273278"/>
                      <a:gd name="connsiteY8" fmla="*/ 163293 h 313399"/>
                      <a:gd name="connsiteX9" fmla="*/ 89010 w 273278"/>
                      <a:gd name="connsiteY9" fmla="*/ 125954 h 313399"/>
                      <a:gd name="connsiteX10" fmla="*/ 80744 w 273278"/>
                      <a:gd name="connsiteY10" fmla="*/ 89921 h 313399"/>
                      <a:gd name="connsiteX11" fmla="*/ 134482 w 273278"/>
                      <a:gd name="connsiteY11" fmla="*/ 0 h 31339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273278" h="313399">
                        <a:moveTo>
                          <a:pt x="134482" y="0"/>
                        </a:moveTo>
                        <a:cubicBezTo>
                          <a:pt x="160842" y="325"/>
                          <a:pt x="212794" y="13706"/>
                          <a:pt x="200924" y="87300"/>
                        </a:cubicBezTo>
                        <a:cubicBezTo>
                          <a:pt x="208719" y="81688"/>
                          <a:pt x="206753" y="120644"/>
                          <a:pt x="193702" y="122609"/>
                        </a:cubicBezTo>
                        <a:cubicBezTo>
                          <a:pt x="190424" y="138532"/>
                          <a:pt x="177847" y="147132"/>
                          <a:pt x="179200" y="160436"/>
                        </a:cubicBezTo>
                        <a:cubicBezTo>
                          <a:pt x="184608" y="191343"/>
                          <a:pt x="233092" y="175418"/>
                          <a:pt x="252155" y="193941"/>
                        </a:cubicBezTo>
                        <a:cubicBezTo>
                          <a:pt x="267741" y="209962"/>
                          <a:pt x="276579" y="240065"/>
                          <a:pt x="272128" y="291385"/>
                        </a:cubicBezTo>
                        <a:cubicBezTo>
                          <a:pt x="230796" y="316498"/>
                          <a:pt x="40687" y="327854"/>
                          <a:pt x="1507" y="282681"/>
                        </a:cubicBezTo>
                        <a:cubicBezTo>
                          <a:pt x="447" y="264337"/>
                          <a:pt x="-8839" y="211016"/>
                          <a:pt x="35844" y="188286"/>
                        </a:cubicBezTo>
                        <a:cubicBezTo>
                          <a:pt x="63467" y="176675"/>
                          <a:pt x="103896" y="191209"/>
                          <a:pt x="106840" y="163293"/>
                        </a:cubicBezTo>
                        <a:cubicBezTo>
                          <a:pt x="108191" y="151733"/>
                          <a:pt x="89010" y="137965"/>
                          <a:pt x="89010" y="125954"/>
                        </a:cubicBezTo>
                        <a:cubicBezTo>
                          <a:pt x="74809" y="122460"/>
                          <a:pt x="72053" y="82278"/>
                          <a:pt x="80744" y="89921"/>
                        </a:cubicBezTo>
                        <a:cubicBezTo>
                          <a:pt x="68026" y="26372"/>
                          <a:pt x="99080" y="3277"/>
                          <a:pt x="134482" y="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  <a:effectLst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rtlCol="0" anchor="ctr">
                    <a:noAutofit/>
                  </a:bodyPr>
                  <a:lstStyle/>
                  <a:p>
                    <a:pPr algn="ctr"/>
                    <a:endParaRPr lang="en-US" sz="2000">
                      <a:solidFill>
                        <a:prstClr val="white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p:grpSp>
          </p:grpSp>
        </p:grpSp>
        <p:pic>
          <p:nvPicPr>
            <p:cNvPr id="545" name="Picture 544">
              <a:extLst>
                <a:ext uri="{FF2B5EF4-FFF2-40B4-BE49-F238E27FC236}">
                  <a16:creationId xmlns:a16="http://schemas.microsoft.com/office/drawing/2014/main" id="{695395AD-0540-7C73-335C-1D03934C8B5E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1017204" y="2095671"/>
              <a:ext cx="1126654" cy="1037711"/>
            </a:xfrm>
            <a:prstGeom prst="rect">
              <a:avLst/>
            </a:prstGeom>
          </p:spPr>
        </p:pic>
      </p:grpSp>
      <p:sp>
        <p:nvSpPr>
          <p:cNvPr id="547" name="Google Shape;178;p53">
            <a:extLst>
              <a:ext uri="{FF2B5EF4-FFF2-40B4-BE49-F238E27FC236}">
                <a16:creationId xmlns:a16="http://schemas.microsoft.com/office/drawing/2014/main" id="{655A2AAD-48CF-50DF-24E9-5A0782B1F8E8}"/>
              </a:ext>
            </a:extLst>
          </p:cNvPr>
          <p:cNvSpPr txBox="1"/>
          <p:nvPr/>
        </p:nvSpPr>
        <p:spPr>
          <a:xfrm>
            <a:off x="-3703397" y="570798"/>
            <a:ext cx="4478808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rgbClr val="EF860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Công </a:t>
            </a:r>
            <a:r>
              <a:rPr lang="en-US" sz="2400" b="0" i="0" u="none" strike="noStrike" cap="none" dirty="0" err="1">
                <a:solidFill>
                  <a:srgbClr val="EF860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nghệ</a:t>
            </a:r>
            <a:r>
              <a:rPr lang="en-US" sz="2400" b="0" i="0" u="none" strike="noStrike" cap="none" dirty="0">
                <a:solidFill>
                  <a:srgbClr val="EF860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 </a:t>
            </a:r>
            <a:r>
              <a:rPr lang="en-US" sz="2400" b="0" i="0" u="none" strike="noStrike" cap="none" dirty="0" err="1">
                <a:solidFill>
                  <a:srgbClr val="EF860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sử</a:t>
            </a:r>
            <a:r>
              <a:rPr lang="en-US" sz="2400" b="0" i="0" u="none" strike="noStrike" cap="none" dirty="0">
                <a:solidFill>
                  <a:srgbClr val="EF860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 </a:t>
            </a:r>
            <a:r>
              <a:rPr lang="en-US" sz="2400" b="0" i="0" u="none" strike="noStrike" cap="none" dirty="0" err="1">
                <a:solidFill>
                  <a:srgbClr val="EF860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dụng</a:t>
            </a:r>
            <a:endParaRPr lang="en-US" sz="2400" b="0" i="0" u="none" strike="noStrike" cap="none" dirty="0">
              <a:solidFill>
                <a:srgbClr val="EF8600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548" name="Google Shape;194;p4">
            <a:extLst>
              <a:ext uri="{FF2B5EF4-FFF2-40B4-BE49-F238E27FC236}">
                <a16:creationId xmlns:a16="http://schemas.microsoft.com/office/drawing/2014/main" id="{08CBDE68-938D-1A33-4B34-C853A708D078}"/>
              </a:ext>
            </a:extLst>
          </p:cNvPr>
          <p:cNvSpPr txBox="1"/>
          <p:nvPr/>
        </p:nvSpPr>
        <p:spPr>
          <a:xfrm>
            <a:off x="-4430344" y="346622"/>
            <a:ext cx="749807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04</a:t>
            </a:r>
            <a:endParaRPr sz="2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9" name="Google Shape;195;p4">
            <a:extLst>
              <a:ext uri="{FF2B5EF4-FFF2-40B4-BE49-F238E27FC236}">
                <a16:creationId xmlns:a16="http://schemas.microsoft.com/office/drawing/2014/main" id="{2C86C239-A26F-1867-0D98-76515ECE587F}"/>
              </a:ext>
            </a:extLst>
          </p:cNvPr>
          <p:cNvSpPr/>
          <p:nvPr/>
        </p:nvSpPr>
        <p:spPr>
          <a:xfrm>
            <a:off x="-4455274" y="471046"/>
            <a:ext cx="648000" cy="648000"/>
          </a:xfrm>
          <a:prstGeom prst="rect">
            <a:avLst/>
          </a:prstGeom>
          <a:noFill/>
          <a:ln w="9525" cap="flat" cmpd="sng">
            <a:solidFill>
              <a:srgbClr val="BA7C2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Google Shape;158;p1">
            <a:extLst>
              <a:ext uri="{FF2B5EF4-FFF2-40B4-BE49-F238E27FC236}">
                <a16:creationId xmlns:a16="http://schemas.microsoft.com/office/drawing/2014/main" id="{B3B43491-4802-E8DA-4EE9-C681479518D4}"/>
              </a:ext>
            </a:extLst>
          </p:cNvPr>
          <p:cNvSpPr txBox="1"/>
          <p:nvPr/>
        </p:nvSpPr>
        <p:spPr>
          <a:xfrm>
            <a:off x="8569967" y="4504974"/>
            <a:ext cx="574034" cy="5043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just">
              <a:lnSpc>
                <a:spcPct val="150000"/>
              </a:lnSpc>
            </a:pPr>
            <a:r>
              <a:rPr lang="vi-VN" sz="2000" b="1" dirty="0">
                <a:solidFill>
                  <a:schemeClr val="bg1"/>
                </a:solidFill>
                <a:latin typeface="Montserrat" panose="00000500000000000000" pitchFamily="2" charset="-93"/>
                <a:sym typeface="Montserrat"/>
              </a:rPr>
              <a:t>04</a:t>
            </a:r>
            <a:endParaRPr sz="2000" b="1" dirty="0">
              <a:solidFill>
                <a:schemeClr val="bg1"/>
              </a:solidFill>
              <a:latin typeface="Montserrat" panose="00000500000000000000" pitchFamily="2" charset="-93"/>
              <a:sym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32407682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0">
          <a:extLst>
            <a:ext uri="{FF2B5EF4-FFF2-40B4-BE49-F238E27FC236}">
              <a16:creationId xmlns:a16="http://schemas.microsoft.com/office/drawing/2014/main" id="{C9ABE5BE-5D0D-8502-8AF8-9EB73CE696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0" descr="Nhận diện thương hiệu Logo HaUI">
            <a:extLst>
              <a:ext uri="{FF2B5EF4-FFF2-40B4-BE49-F238E27FC236}">
                <a16:creationId xmlns:a16="http://schemas.microsoft.com/office/drawing/2014/main" id="{B7B9F081-22F7-17BB-1A9B-1D2661B57D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245" b="99657" l="343" r="99069">
                        <a14:foregroundMark x1="1415" y1="2252" x2="12206" y2="833"/>
                        <a14:foregroundMark x1="12206" y1="833" x2="83333" y2="1912"/>
                        <a14:foregroundMark x1="89020" y1="686" x2="88873" y2="19559"/>
                        <a14:foregroundMark x1="96324" y1="1667" x2="97108" y2="10588"/>
                        <a14:foregroundMark x1="98922" y1="95637" x2="93971" y2="97549"/>
                        <a14:foregroundMark x1="4118" y1="98529" x2="2843" y2="94657"/>
                        <a14:foregroundMark x1="1225" y1="89853" x2="7941" y2="88480"/>
                        <a14:foregroundMark x1="11814" y1="73333" x2="58578" y2="72059"/>
                        <a14:foregroundMark x1="58578" y1="72059" x2="79559" y2="73333"/>
                        <a14:foregroundMark x1="79559" y1="73333" x2="89804" y2="72892"/>
                        <a14:foregroundMark x1="89804" y1="72892" x2="90490" y2="72892"/>
                        <a14:foregroundMark x1="55784" y1="47549" x2="52206" y2="27304"/>
                        <a14:foregroundMark x1="45147" y1="21765" x2="43922" y2="11029"/>
                        <a14:foregroundMark x1="47108" y1="17892" x2="34412" y2="17108"/>
                        <a14:foregroundMark x1="77843" y1="92745" x2="89020" y2="91078"/>
                        <a14:foregroundMark x1="97549" y1="97990" x2="95490" y2="98529"/>
                        <a14:foregroundMark x1="91765" y1="99363" x2="86520" y2="99363"/>
                        <a14:foregroundMark x1="82108" y1="99363" x2="76176" y2="98284"/>
                        <a14:foregroundMark x1="75196" y1="99510" x2="66373" y2="99657"/>
                        <a14:foregroundMark x1="65686" y1="99657" x2="27402" y2="99216"/>
                        <a14:foregroundMark x1="26863" y1="98971" x2="5882" y2="99069"/>
                        <a14:foregroundMark x1="2843" y1="97990" x2="392" y2="93873"/>
                        <a14:foregroundMark x1="1324" y1="88480" x2="1324" y2="78284"/>
                        <a14:foregroundMark x1="931" y1="76765" x2="2598" y2="66765"/>
                        <a14:foregroundMark x1="2598" y1="66765" x2="1225" y2="61716"/>
                        <a14:foregroundMark x1="931" y1="67255" x2="931" y2="68333"/>
                        <a14:foregroundMark x1="931" y1="61471" x2="931" y2="54706"/>
                        <a14:foregroundMark x1="931" y1="49755" x2="637" y2="38186"/>
                        <a14:foregroundMark x1="1078" y1="35686" x2="637" y2="25931"/>
                        <a14:foregroundMark x1="931" y1="22745" x2="539" y2="9902"/>
                        <a14:foregroundMark x1="56324" y1="1373" x2="70686" y2="1373"/>
                        <a14:foregroundMark x1="74657" y1="1225" x2="85686" y2="1225"/>
                        <a14:foregroundMark x1="97010" y1="1814" x2="98382" y2="4951"/>
                        <a14:foregroundMark x1="98480" y1="6471" x2="99069" y2="14902"/>
                        <a14:foregroundMark x1="99069" y1="16667" x2="98922" y2="72353"/>
                        <a14:foregroundMark x1="98775" y1="74853" x2="99069" y2="91912"/>
                        <a14:backgroundMark x1="931" y1="98676" x2="98" y2="98529"/>
                        <a14:backgroundMark x1="1765" y1="1373" x2="539" y2="1373"/>
                        <a14:backgroundMark x1="99069" y1="980" x2="99069" y2="980"/>
                        <a14:backgroundMark x1="99069" y1="980" x2="99216" y2="980"/>
                        <a14:backgroundMark x1="98922" y1="98824" x2="99608" y2="9882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38174" y="23649"/>
            <a:ext cx="481995" cy="4568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Google Shape;178;p53">
            <a:extLst>
              <a:ext uri="{FF2B5EF4-FFF2-40B4-BE49-F238E27FC236}">
                <a16:creationId xmlns:a16="http://schemas.microsoft.com/office/drawing/2014/main" id="{9588B0C4-0C94-CC1D-5F8F-A2E87EDDE252}"/>
              </a:ext>
            </a:extLst>
          </p:cNvPr>
          <p:cNvSpPr txBox="1"/>
          <p:nvPr/>
        </p:nvSpPr>
        <p:spPr>
          <a:xfrm>
            <a:off x="1224203" y="-699202"/>
            <a:ext cx="4478808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EF860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Quy trình thực hiện</a:t>
            </a:r>
          </a:p>
        </p:txBody>
      </p:sp>
      <p:sp>
        <p:nvSpPr>
          <p:cNvPr id="24" name="Google Shape;194;p4">
            <a:extLst>
              <a:ext uri="{FF2B5EF4-FFF2-40B4-BE49-F238E27FC236}">
                <a16:creationId xmlns:a16="http://schemas.microsoft.com/office/drawing/2014/main" id="{D75044AF-4499-3C75-F2F7-8D688C32CB85}"/>
              </a:ext>
            </a:extLst>
          </p:cNvPr>
          <p:cNvSpPr txBox="1"/>
          <p:nvPr/>
        </p:nvSpPr>
        <p:spPr>
          <a:xfrm>
            <a:off x="497256" y="-923378"/>
            <a:ext cx="749807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03</a:t>
            </a:r>
            <a:endParaRPr sz="2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195;p4">
            <a:extLst>
              <a:ext uri="{FF2B5EF4-FFF2-40B4-BE49-F238E27FC236}">
                <a16:creationId xmlns:a16="http://schemas.microsoft.com/office/drawing/2014/main" id="{D740BA90-9242-CF72-36D1-D93261A9ECE0}"/>
              </a:ext>
            </a:extLst>
          </p:cNvPr>
          <p:cNvSpPr/>
          <p:nvPr/>
        </p:nvSpPr>
        <p:spPr>
          <a:xfrm>
            <a:off x="472326" y="-798954"/>
            <a:ext cx="648000" cy="648000"/>
          </a:xfrm>
          <a:prstGeom prst="rect">
            <a:avLst/>
          </a:prstGeom>
          <a:noFill/>
          <a:ln w="9525" cap="flat" cmpd="sng">
            <a:solidFill>
              <a:srgbClr val="BA7C2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178;p53">
            <a:extLst>
              <a:ext uri="{FF2B5EF4-FFF2-40B4-BE49-F238E27FC236}">
                <a16:creationId xmlns:a16="http://schemas.microsoft.com/office/drawing/2014/main" id="{DF79D221-E87D-A2BF-9FD3-56CFECA8E7A6}"/>
              </a:ext>
            </a:extLst>
          </p:cNvPr>
          <p:cNvSpPr txBox="1"/>
          <p:nvPr/>
        </p:nvSpPr>
        <p:spPr>
          <a:xfrm>
            <a:off x="1142923" y="418398"/>
            <a:ext cx="4478808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1"/>
            <a:r>
              <a:rPr lang="vi-VN" sz="2400" b="0" i="0" u="none" strike="noStrike" cap="none" dirty="0">
                <a:solidFill>
                  <a:srgbClr val="EF860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Quy trình thực hiện</a:t>
            </a:r>
            <a:endParaRPr sz="2400" b="0" i="0" u="none" strike="noStrike" cap="none" dirty="0">
              <a:solidFill>
                <a:srgbClr val="EF8600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27" name="Google Shape;194;p4">
            <a:extLst>
              <a:ext uri="{FF2B5EF4-FFF2-40B4-BE49-F238E27FC236}">
                <a16:creationId xmlns:a16="http://schemas.microsoft.com/office/drawing/2014/main" id="{6637DBC6-D320-F5A6-5F99-B6CBE6982AE3}"/>
              </a:ext>
            </a:extLst>
          </p:cNvPr>
          <p:cNvSpPr txBox="1"/>
          <p:nvPr/>
        </p:nvSpPr>
        <p:spPr>
          <a:xfrm>
            <a:off x="415976" y="194222"/>
            <a:ext cx="749807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-VN" sz="2800" b="0" i="0" u="none" strike="noStrike" cap="none" dirty="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03</a:t>
            </a:r>
            <a:endParaRPr sz="2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195;p4">
            <a:extLst>
              <a:ext uri="{FF2B5EF4-FFF2-40B4-BE49-F238E27FC236}">
                <a16:creationId xmlns:a16="http://schemas.microsoft.com/office/drawing/2014/main" id="{D3CD0482-091F-37DF-C8FE-30178796C4D5}"/>
              </a:ext>
            </a:extLst>
          </p:cNvPr>
          <p:cNvSpPr/>
          <p:nvPr/>
        </p:nvSpPr>
        <p:spPr>
          <a:xfrm>
            <a:off x="391046" y="318646"/>
            <a:ext cx="648000" cy="648000"/>
          </a:xfrm>
          <a:prstGeom prst="rect">
            <a:avLst/>
          </a:prstGeom>
          <a:noFill/>
          <a:ln w="9525" cap="flat" cmpd="sng">
            <a:solidFill>
              <a:srgbClr val="BA7C2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8" name="TextBox 477">
            <a:extLst>
              <a:ext uri="{FF2B5EF4-FFF2-40B4-BE49-F238E27FC236}">
                <a16:creationId xmlns:a16="http://schemas.microsoft.com/office/drawing/2014/main" id="{2290D93C-937E-F88F-0815-C7367AEF9298}"/>
              </a:ext>
            </a:extLst>
          </p:cNvPr>
          <p:cNvSpPr txBox="1"/>
          <p:nvPr/>
        </p:nvSpPr>
        <p:spPr>
          <a:xfrm>
            <a:off x="228600" y="904466"/>
            <a:ext cx="6010887" cy="496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lnSpc>
                <a:spcPct val="150000"/>
              </a:lnSpc>
              <a:spcAft>
                <a:spcPts val="800"/>
              </a:spcAft>
              <a:buClr>
                <a:schemeClr val="accent5">
                  <a:lumMod val="75000"/>
                </a:schemeClr>
              </a:buClr>
            </a:pPr>
            <a:r>
              <a:rPr lang="vi-VN" sz="2000" b="1" kern="100" dirty="0">
                <a:solidFill>
                  <a:schemeClr val="bg1"/>
                </a:solidFill>
                <a:latin typeface="+mn-lt"/>
                <a:ea typeface="Aptos" panose="020B0004020202020204" pitchFamily="34" charset="0"/>
                <a:cs typeface="Arial" panose="020B0604020202020204" pitchFamily="34" charset="0"/>
              </a:rPr>
              <a:t>Tổng quan bộ dữ liệu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B4E43AA-38E1-DBE9-4F41-214D996B08FD}"/>
              </a:ext>
            </a:extLst>
          </p:cNvPr>
          <p:cNvSpPr txBox="1"/>
          <p:nvPr/>
        </p:nvSpPr>
        <p:spPr>
          <a:xfrm>
            <a:off x="715047" y="1311822"/>
            <a:ext cx="7923128" cy="29300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lvl="0" indent="-171450" algn="just">
              <a:lnSpc>
                <a:spcPct val="150000"/>
              </a:lnSpc>
              <a:spcAft>
                <a:spcPts val="800"/>
              </a:spcAft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q"/>
            </a:pPr>
            <a:r>
              <a:rPr lang="vi-VN" b="1" kern="100" dirty="0">
                <a:solidFill>
                  <a:schemeClr val="bg1"/>
                </a:solidFill>
                <a:latin typeface="+mn-lt"/>
                <a:ea typeface="Aptos" panose="020B0004020202020204" pitchFamily="34" charset="0"/>
                <a:cs typeface="Arial" panose="020B0604020202020204" pitchFamily="34" charset="0"/>
              </a:rPr>
              <a:t>Bộ dữ liệu: </a:t>
            </a:r>
            <a:r>
              <a:rPr lang="vi-VN" b="1" kern="100" dirty="0" err="1">
                <a:solidFill>
                  <a:schemeClr val="bg1"/>
                </a:solidFill>
                <a:latin typeface="+mn-lt"/>
                <a:ea typeface="Aptos" panose="020B0004020202020204" pitchFamily="34" charset="0"/>
                <a:cs typeface="Arial" panose="020B0604020202020204" pitchFamily="34" charset="0"/>
              </a:rPr>
              <a:t>Fall</a:t>
            </a:r>
            <a:r>
              <a:rPr lang="vi-VN" b="1" kern="100" dirty="0">
                <a:solidFill>
                  <a:schemeClr val="bg1"/>
                </a:solidFill>
                <a:latin typeface="+mn-lt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vi-VN" b="1" kern="100" dirty="0" err="1">
                <a:solidFill>
                  <a:schemeClr val="bg1"/>
                </a:solidFill>
                <a:latin typeface="+mn-lt"/>
                <a:ea typeface="Aptos" panose="020B0004020202020204" pitchFamily="34" charset="0"/>
                <a:cs typeface="Arial" panose="020B0604020202020204" pitchFamily="34" charset="0"/>
              </a:rPr>
              <a:t>Video</a:t>
            </a:r>
            <a:r>
              <a:rPr lang="vi-VN" b="1" kern="100" dirty="0">
                <a:solidFill>
                  <a:schemeClr val="bg1"/>
                </a:solidFill>
                <a:latin typeface="+mn-lt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vi-VN" b="1" kern="100" dirty="0" err="1">
                <a:solidFill>
                  <a:schemeClr val="bg1"/>
                </a:solidFill>
                <a:latin typeface="+mn-lt"/>
                <a:ea typeface="Aptos" panose="020B0004020202020204" pitchFamily="34" charset="0"/>
                <a:cs typeface="Arial" panose="020B0604020202020204" pitchFamily="34" charset="0"/>
              </a:rPr>
              <a:t>Dataset</a:t>
            </a:r>
            <a:r>
              <a:rPr lang="vi-VN" b="1" kern="100" dirty="0">
                <a:solidFill>
                  <a:schemeClr val="bg1"/>
                </a:solidFill>
                <a:latin typeface="+mn-lt"/>
                <a:ea typeface="Aptos" panose="020B0004020202020204" pitchFamily="34" charset="0"/>
                <a:cs typeface="Arial" panose="020B0604020202020204" pitchFamily="34" charset="0"/>
              </a:rPr>
              <a:t> (</a:t>
            </a:r>
            <a:r>
              <a:rPr lang="vi-VN" b="1" kern="100" dirty="0" err="1">
                <a:solidFill>
                  <a:schemeClr val="bg1"/>
                </a:solidFill>
                <a:latin typeface="+mn-lt"/>
                <a:ea typeface="Aptos" panose="020B0004020202020204" pitchFamily="34" charset="0"/>
                <a:cs typeface="Arial" panose="020B0604020202020204" pitchFamily="34" charset="0"/>
              </a:rPr>
              <a:t>Kaggle</a:t>
            </a:r>
            <a:r>
              <a:rPr lang="vi-VN" b="1" kern="100" dirty="0">
                <a:solidFill>
                  <a:schemeClr val="bg1"/>
                </a:solidFill>
                <a:latin typeface="+mn-lt"/>
                <a:ea typeface="Aptos" panose="020B0004020202020204" pitchFamily="34" charset="0"/>
                <a:cs typeface="Arial" panose="020B0604020202020204" pitchFamily="34" charset="0"/>
              </a:rPr>
              <a:t>).</a:t>
            </a:r>
          </a:p>
          <a:p>
            <a:pPr marL="171450" lvl="0" indent="-171450" algn="just">
              <a:lnSpc>
                <a:spcPct val="150000"/>
              </a:lnSpc>
              <a:spcAft>
                <a:spcPts val="800"/>
              </a:spcAft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q"/>
            </a:pPr>
            <a:r>
              <a:rPr lang="vi-VN" b="1" kern="100" dirty="0">
                <a:solidFill>
                  <a:schemeClr val="bg1"/>
                </a:solidFill>
                <a:latin typeface="+mn-lt"/>
                <a:ea typeface="Aptos" panose="020B0004020202020204" pitchFamily="34" charset="0"/>
                <a:cs typeface="Arial" panose="020B0604020202020204" pitchFamily="34" charset="0"/>
              </a:rPr>
              <a:t>Cấu trúc:</a:t>
            </a:r>
          </a:p>
          <a:p>
            <a:pPr marL="285750" lvl="1" indent="-285750" algn="just">
              <a:lnSpc>
                <a:spcPct val="150000"/>
              </a:lnSpc>
              <a:spcAft>
                <a:spcPts val="800"/>
              </a:spcAft>
              <a:buClr>
                <a:schemeClr val="accent5">
                  <a:lumMod val="75000"/>
                </a:schemeClr>
              </a:buClr>
              <a:buFont typeface="Courier New" panose="02070309020205020404" pitchFamily="49" charset="0"/>
              <a:buChar char="o"/>
            </a:pPr>
            <a:r>
              <a:rPr lang="vi-VN" b="1" kern="100" dirty="0" err="1">
                <a:solidFill>
                  <a:schemeClr val="bg1"/>
                </a:solidFill>
                <a:latin typeface="+mn-lt"/>
                <a:ea typeface="Aptos" panose="020B0004020202020204" pitchFamily="34" charset="0"/>
                <a:cs typeface="Arial" panose="020B0604020202020204" pitchFamily="34" charset="0"/>
              </a:rPr>
              <a:t>Fall</a:t>
            </a:r>
            <a:r>
              <a:rPr lang="vi-VN" b="1" kern="100" dirty="0">
                <a:solidFill>
                  <a:schemeClr val="bg1"/>
                </a:solidFill>
                <a:latin typeface="+mn-lt"/>
                <a:ea typeface="Aptos" panose="020B0004020202020204" pitchFamily="34" charset="0"/>
                <a:cs typeface="Arial" panose="020B0604020202020204" pitchFamily="34" charset="0"/>
              </a:rPr>
              <a:t> (Té ngã): Các sự cố ngã thực tế.</a:t>
            </a:r>
          </a:p>
          <a:p>
            <a:pPr marL="285750" lvl="1" indent="-285750" algn="just">
              <a:lnSpc>
                <a:spcPct val="150000"/>
              </a:lnSpc>
              <a:spcAft>
                <a:spcPts val="800"/>
              </a:spcAft>
              <a:buClr>
                <a:schemeClr val="accent5">
                  <a:lumMod val="75000"/>
                </a:schemeClr>
              </a:buClr>
              <a:buFont typeface="Courier New" panose="02070309020205020404" pitchFamily="49" charset="0"/>
              <a:buChar char="o"/>
            </a:pPr>
            <a:r>
              <a:rPr lang="vi-VN" b="1" kern="100" dirty="0" err="1">
                <a:solidFill>
                  <a:schemeClr val="bg1"/>
                </a:solidFill>
                <a:latin typeface="+mn-lt"/>
                <a:ea typeface="Aptos" panose="020B0004020202020204" pitchFamily="34" charset="0"/>
                <a:cs typeface="Arial" panose="020B0604020202020204" pitchFamily="34" charset="0"/>
              </a:rPr>
              <a:t>No_Fall</a:t>
            </a:r>
            <a:r>
              <a:rPr lang="vi-VN" b="1" kern="100" dirty="0">
                <a:solidFill>
                  <a:schemeClr val="bg1"/>
                </a:solidFill>
                <a:latin typeface="+mn-lt"/>
                <a:ea typeface="Aptos" panose="020B0004020202020204" pitchFamily="34" charset="0"/>
                <a:cs typeface="Arial" panose="020B0604020202020204" pitchFamily="34" charset="0"/>
              </a:rPr>
              <a:t> (Bình thường): Sinh hoạt hằng ngày (đi lại, ngồi, cúi nhặt đồ...).</a:t>
            </a:r>
          </a:p>
          <a:p>
            <a:pPr marL="171450" lvl="0" indent="-171450" algn="just">
              <a:lnSpc>
                <a:spcPct val="150000"/>
              </a:lnSpc>
              <a:spcAft>
                <a:spcPts val="800"/>
              </a:spcAft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q"/>
            </a:pPr>
            <a:r>
              <a:rPr lang="vi-VN" b="1" kern="100" dirty="0">
                <a:solidFill>
                  <a:schemeClr val="bg1"/>
                </a:solidFill>
                <a:latin typeface="+mn-lt"/>
                <a:ea typeface="Aptos" panose="020B0004020202020204" pitchFamily="34" charset="0"/>
                <a:cs typeface="Arial" panose="020B0604020202020204" pitchFamily="34" charset="0"/>
              </a:rPr>
              <a:t>Dùng trực tiếp dữ liệu dạng bảng: </a:t>
            </a:r>
            <a:r>
              <a:rPr lang="vi-VN" b="1" kern="100" dirty="0" err="1">
                <a:solidFill>
                  <a:schemeClr val="bg1"/>
                </a:solidFill>
                <a:latin typeface="+mn-lt"/>
                <a:ea typeface="Aptos" panose="020B0004020202020204" pitchFamily="34" charset="0"/>
                <a:cs typeface="Arial" panose="020B0604020202020204" pitchFamily="34" charset="0"/>
              </a:rPr>
              <a:t>Keypoints_CSV</a:t>
            </a:r>
            <a:r>
              <a:rPr lang="vi-VN" b="1" kern="100" dirty="0">
                <a:solidFill>
                  <a:schemeClr val="bg1"/>
                </a:solidFill>
                <a:latin typeface="+mn-lt"/>
                <a:ea typeface="Aptos" panose="020B0004020202020204" pitchFamily="34" charset="0"/>
                <a:cs typeface="Arial" panose="020B0604020202020204" pitchFamily="34" charset="0"/>
              </a:rPr>
              <a:t>.</a:t>
            </a:r>
          </a:p>
          <a:p>
            <a:pPr marL="171450" lvl="0" indent="-171450" algn="just">
              <a:lnSpc>
                <a:spcPct val="150000"/>
              </a:lnSpc>
              <a:spcAft>
                <a:spcPts val="800"/>
              </a:spcAft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q"/>
            </a:pPr>
            <a:r>
              <a:rPr lang="vi-VN" b="1" kern="100" dirty="0">
                <a:solidFill>
                  <a:schemeClr val="bg1"/>
                </a:solidFill>
                <a:latin typeface="+mn-lt"/>
                <a:ea typeface="Aptos" panose="020B0004020202020204" pitchFamily="34" charset="0"/>
                <a:cs typeface="Arial" panose="020B0604020202020204" pitchFamily="34" charset="0"/>
              </a:rPr>
              <a:t>Trích xuất 17 điểm khớp xương theo từng khung hình.</a:t>
            </a:r>
          </a:p>
          <a:p>
            <a:pPr marL="171450" lvl="0" indent="-171450" algn="just">
              <a:lnSpc>
                <a:spcPct val="150000"/>
              </a:lnSpc>
              <a:spcAft>
                <a:spcPts val="800"/>
              </a:spcAft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q"/>
            </a:pPr>
            <a:r>
              <a:rPr lang="vi-VN" b="1" kern="100" dirty="0">
                <a:solidFill>
                  <a:schemeClr val="bg1"/>
                </a:solidFill>
                <a:latin typeface="+mn-lt"/>
                <a:ea typeface="Aptos" panose="020B0004020202020204" pitchFamily="34" charset="0"/>
                <a:cs typeface="Arial" panose="020B0604020202020204" pitchFamily="34" charset="0"/>
              </a:rPr>
              <a:t>Thuộc tính: Tọa độ (X, Y) và Độ tin cậy (</a:t>
            </a:r>
            <a:r>
              <a:rPr lang="vi-VN" b="1" kern="100" dirty="0" err="1">
                <a:solidFill>
                  <a:schemeClr val="bg1"/>
                </a:solidFill>
                <a:latin typeface="+mn-lt"/>
                <a:ea typeface="Aptos" panose="020B0004020202020204" pitchFamily="34" charset="0"/>
                <a:cs typeface="Arial" panose="020B0604020202020204" pitchFamily="34" charset="0"/>
              </a:rPr>
              <a:t>Confidence</a:t>
            </a:r>
            <a:r>
              <a:rPr lang="vi-VN" b="1" kern="100" dirty="0">
                <a:solidFill>
                  <a:schemeClr val="bg1"/>
                </a:solidFill>
                <a:latin typeface="+mn-lt"/>
                <a:ea typeface="Aptos" panose="020B0004020202020204" pitchFamily="34" charset="0"/>
                <a:cs typeface="Arial" panose="020B0604020202020204" pitchFamily="34" charset="0"/>
              </a:rPr>
              <a:t>).</a:t>
            </a:r>
          </a:p>
        </p:txBody>
      </p:sp>
      <p:sp>
        <p:nvSpPr>
          <p:cNvPr id="3" name="Google Shape;158;p1">
            <a:extLst>
              <a:ext uri="{FF2B5EF4-FFF2-40B4-BE49-F238E27FC236}">
                <a16:creationId xmlns:a16="http://schemas.microsoft.com/office/drawing/2014/main" id="{6113F3CD-154F-0217-37F1-CB8E2ADBB0C9}"/>
              </a:ext>
            </a:extLst>
          </p:cNvPr>
          <p:cNvSpPr txBox="1"/>
          <p:nvPr/>
        </p:nvSpPr>
        <p:spPr>
          <a:xfrm>
            <a:off x="8569967" y="4504974"/>
            <a:ext cx="574034" cy="5043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just">
              <a:lnSpc>
                <a:spcPct val="150000"/>
              </a:lnSpc>
            </a:pPr>
            <a:r>
              <a:rPr lang="vi-VN" sz="2000" b="1" dirty="0">
                <a:solidFill>
                  <a:schemeClr val="bg1"/>
                </a:solidFill>
                <a:latin typeface="Montserrat" panose="00000500000000000000" pitchFamily="2" charset="-93"/>
                <a:sym typeface="Montserrat"/>
              </a:rPr>
              <a:t>05</a:t>
            </a:r>
            <a:endParaRPr sz="2000" b="1" dirty="0">
              <a:solidFill>
                <a:schemeClr val="bg1"/>
              </a:solidFill>
              <a:latin typeface="Montserrat" panose="00000500000000000000" pitchFamily="2" charset="-93"/>
              <a:sym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39114919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0">
          <a:extLst>
            <a:ext uri="{FF2B5EF4-FFF2-40B4-BE49-F238E27FC236}">
              <a16:creationId xmlns:a16="http://schemas.microsoft.com/office/drawing/2014/main" id="{108650D1-C701-0622-20EC-C48BB63EDB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0" descr="Nhận diện thương hiệu Logo HaUI">
            <a:extLst>
              <a:ext uri="{FF2B5EF4-FFF2-40B4-BE49-F238E27FC236}">
                <a16:creationId xmlns:a16="http://schemas.microsoft.com/office/drawing/2014/main" id="{761B86AE-3FD0-94B2-F97B-03A5FDE66E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245" b="99657" l="343" r="99069">
                        <a14:foregroundMark x1="1415" y1="2252" x2="12206" y2="833"/>
                        <a14:foregroundMark x1="12206" y1="833" x2="83333" y2="1912"/>
                        <a14:foregroundMark x1="89020" y1="686" x2="88873" y2="19559"/>
                        <a14:foregroundMark x1="96324" y1="1667" x2="97108" y2="10588"/>
                        <a14:foregroundMark x1="98922" y1="95637" x2="93971" y2="97549"/>
                        <a14:foregroundMark x1="4118" y1="98529" x2="2843" y2="94657"/>
                        <a14:foregroundMark x1="1225" y1="89853" x2="7941" y2="88480"/>
                        <a14:foregroundMark x1="11814" y1="73333" x2="58578" y2="72059"/>
                        <a14:foregroundMark x1="58578" y1="72059" x2="79559" y2="73333"/>
                        <a14:foregroundMark x1="79559" y1="73333" x2="89804" y2="72892"/>
                        <a14:foregroundMark x1="89804" y1="72892" x2="90490" y2="72892"/>
                        <a14:foregroundMark x1="55784" y1="47549" x2="52206" y2="27304"/>
                        <a14:foregroundMark x1="45147" y1="21765" x2="43922" y2="11029"/>
                        <a14:foregroundMark x1="47108" y1="17892" x2="34412" y2="17108"/>
                        <a14:foregroundMark x1="77843" y1="92745" x2="89020" y2="91078"/>
                        <a14:foregroundMark x1="97549" y1="97990" x2="95490" y2="98529"/>
                        <a14:foregroundMark x1="91765" y1="99363" x2="86520" y2="99363"/>
                        <a14:foregroundMark x1="82108" y1="99363" x2="76176" y2="98284"/>
                        <a14:foregroundMark x1="75196" y1="99510" x2="66373" y2="99657"/>
                        <a14:foregroundMark x1="65686" y1="99657" x2="27402" y2="99216"/>
                        <a14:foregroundMark x1="26863" y1="98971" x2="5882" y2="99069"/>
                        <a14:foregroundMark x1="2843" y1="97990" x2="392" y2="93873"/>
                        <a14:foregroundMark x1="1324" y1="88480" x2="1324" y2="78284"/>
                        <a14:foregroundMark x1="931" y1="76765" x2="2598" y2="66765"/>
                        <a14:foregroundMark x1="2598" y1="66765" x2="1225" y2="61716"/>
                        <a14:foregroundMark x1="931" y1="67255" x2="931" y2="68333"/>
                        <a14:foregroundMark x1="931" y1="61471" x2="931" y2="54706"/>
                        <a14:foregroundMark x1="931" y1="49755" x2="637" y2="38186"/>
                        <a14:foregroundMark x1="1078" y1="35686" x2="637" y2="25931"/>
                        <a14:foregroundMark x1="931" y1="22745" x2="539" y2="9902"/>
                        <a14:foregroundMark x1="56324" y1="1373" x2="70686" y2="1373"/>
                        <a14:foregroundMark x1="74657" y1="1225" x2="85686" y2="1225"/>
                        <a14:foregroundMark x1="97010" y1="1814" x2="98382" y2="4951"/>
                        <a14:foregroundMark x1="98480" y1="6471" x2="99069" y2="14902"/>
                        <a14:foregroundMark x1="99069" y1="16667" x2="98922" y2="72353"/>
                        <a14:foregroundMark x1="98775" y1="74853" x2="99069" y2="91912"/>
                        <a14:backgroundMark x1="931" y1="98676" x2="98" y2="98529"/>
                        <a14:backgroundMark x1="1765" y1="1373" x2="539" y2="1373"/>
                        <a14:backgroundMark x1="99069" y1="980" x2="99069" y2="980"/>
                        <a14:backgroundMark x1="99069" y1="980" x2="99216" y2="980"/>
                        <a14:backgroundMark x1="98922" y1="98824" x2="99608" y2="9882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38174" y="23649"/>
            <a:ext cx="481995" cy="4568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Google Shape;178;p53">
            <a:extLst>
              <a:ext uri="{FF2B5EF4-FFF2-40B4-BE49-F238E27FC236}">
                <a16:creationId xmlns:a16="http://schemas.microsoft.com/office/drawing/2014/main" id="{C4BF4A01-5400-E173-C48F-CFAC66EA0683}"/>
              </a:ext>
            </a:extLst>
          </p:cNvPr>
          <p:cNvSpPr txBox="1"/>
          <p:nvPr/>
        </p:nvSpPr>
        <p:spPr>
          <a:xfrm>
            <a:off x="1224203" y="-699202"/>
            <a:ext cx="4478808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EF860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Quy trình thực hiện</a:t>
            </a:r>
          </a:p>
        </p:txBody>
      </p:sp>
      <p:sp>
        <p:nvSpPr>
          <p:cNvPr id="24" name="Google Shape;194;p4">
            <a:extLst>
              <a:ext uri="{FF2B5EF4-FFF2-40B4-BE49-F238E27FC236}">
                <a16:creationId xmlns:a16="http://schemas.microsoft.com/office/drawing/2014/main" id="{A08D30AA-DCB8-9A2A-DA0B-4C0019C38216}"/>
              </a:ext>
            </a:extLst>
          </p:cNvPr>
          <p:cNvSpPr txBox="1"/>
          <p:nvPr/>
        </p:nvSpPr>
        <p:spPr>
          <a:xfrm>
            <a:off x="497256" y="-923378"/>
            <a:ext cx="749807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03</a:t>
            </a:r>
            <a:endParaRPr sz="2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195;p4">
            <a:extLst>
              <a:ext uri="{FF2B5EF4-FFF2-40B4-BE49-F238E27FC236}">
                <a16:creationId xmlns:a16="http://schemas.microsoft.com/office/drawing/2014/main" id="{4550100B-687E-2784-6B9A-6873B120AC22}"/>
              </a:ext>
            </a:extLst>
          </p:cNvPr>
          <p:cNvSpPr/>
          <p:nvPr/>
        </p:nvSpPr>
        <p:spPr>
          <a:xfrm>
            <a:off x="472326" y="-798954"/>
            <a:ext cx="648000" cy="648000"/>
          </a:xfrm>
          <a:prstGeom prst="rect">
            <a:avLst/>
          </a:prstGeom>
          <a:noFill/>
          <a:ln w="9525" cap="flat" cmpd="sng">
            <a:solidFill>
              <a:srgbClr val="BA7C2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178;p53">
            <a:extLst>
              <a:ext uri="{FF2B5EF4-FFF2-40B4-BE49-F238E27FC236}">
                <a16:creationId xmlns:a16="http://schemas.microsoft.com/office/drawing/2014/main" id="{69877B47-0336-58A1-EDCE-150B305E2868}"/>
              </a:ext>
            </a:extLst>
          </p:cNvPr>
          <p:cNvSpPr txBox="1"/>
          <p:nvPr/>
        </p:nvSpPr>
        <p:spPr>
          <a:xfrm>
            <a:off x="1142923" y="418398"/>
            <a:ext cx="4478808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1"/>
            <a:r>
              <a:rPr lang="vi-VN" sz="2400" b="0" i="0" u="none" strike="noStrike" cap="none" dirty="0">
                <a:solidFill>
                  <a:srgbClr val="EF860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Quy trình thực hiện</a:t>
            </a:r>
            <a:endParaRPr sz="2400" b="0" i="0" u="none" strike="noStrike" cap="none" dirty="0">
              <a:solidFill>
                <a:srgbClr val="EF8600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27" name="Google Shape;194;p4">
            <a:extLst>
              <a:ext uri="{FF2B5EF4-FFF2-40B4-BE49-F238E27FC236}">
                <a16:creationId xmlns:a16="http://schemas.microsoft.com/office/drawing/2014/main" id="{5887C023-0729-D86E-607F-4BE80FC31558}"/>
              </a:ext>
            </a:extLst>
          </p:cNvPr>
          <p:cNvSpPr txBox="1"/>
          <p:nvPr/>
        </p:nvSpPr>
        <p:spPr>
          <a:xfrm>
            <a:off x="415976" y="194222"/>
            <a:ext cx="749807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-VN" sz="2800" b="0" i="0" u="none" strike="noStrike" cap="none" dirty="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03</a:t>
            </a:r>
            <a:endParaRPr sz="2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195;p4">
            <a:extLst>
              <a:ext uri="{FF2B5EF4-FFF2-40B4-BE49-F238E27FC236}">
                <a16:creationId xmlns:a16="http://schemas.microsoft.com/office/drawing/2014/main" id="{39CB7220-554E-450E-2BC1-EFEBF9F15286}"/>
              </a:ext>
            </a:extLst>
          </p:cNvPr>
          <p:cNvSpPr/>
          <p:nvPr/>
        </p:nvSpPr>
        <p:spPr>
          <a:xfrm>
            <a:off x="391046" y="318646"/>
            <a:ext cx="648000" cy="648000"/>
          </a:xfrm>
          <a:prstGeom prst="rect">
            <a:avLst/>
          </a:prstGeom>
          <a:noFill/>
          <a:ln w="9525" cap="flat" cmpd="sng">
            <a:solidFill>
              <a:srgbClr val="BA7C2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8" name="TextBox 477">
            <a:extLst>
              <a:ext uri="{FF2B5EF4-FFF2-40B4-BE49-F238E27FC236}">
                <a16:creationId xmlns:a16="http://schemas.microsoft.com/office/drawing/2014/main" id="{2D83E97C-2F4D-E84E-E671-F586D6EBDD70}"/>
              </a:ext>
            </a:extLst>
          </p:cNvPr>
          <p:cNvSpPr txBox="1"/>
          <p:nvPr/>
        </p:nvSpPr>
        <p:spPr>
          <a:xfrm>
            <a:off x="228600" y="904466"/>
            <a:ext cx="6010887" cy="496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lnSpc>
                <a:spcPct val="150000"/>
              </a:lnSpc>
              <a:spcAft>
                <a:spcPts val="800"/>
              </a:spcAft>
              <a:buClr>
                <a:schemeClr val="accent5">
                  <a:lumMod val="75000"/>
                </a:schemeClr>
              </a:buClr>
            </a:pPr>
            <a:r>
              <a:rPr lang="vi-VN" sz="2000" b="1" kern="100" dirty="0">
                <a:solidFill>
                  <a:schemeClr val="bg1"/>
                </a:solidFill>
                <a:latin typeface="+mn-lt"/>
                <a:ea typeface="Aptos" panose="020B0004020202020204" pitchFamily="34" charset="0"/>
                <a:cs typeface="Arial" panose="020B0604020202020204" pitchFamily="34" charset="0"/>
              </a:rPr>
              <a:t>Tổng quan bộ dữ liệu</a:t>
            </a: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8E85CC95-0B66-E121-A6D1-B63ADEAA41B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6226" y="1401462"/>
            <a:ext cx="6817174" cy="3547816"/>
          </a:xfrm>
          <a:prstGeom prst="rect">
            <a:avLst/>
          </a:prstGeom>
        </p:spPr>
      </p:pic>
      <p:sp>
        <p:nvSpPr>
          <p:cNvPr id="3" name="Google Shape;158;p1">
            <a:extLst>
              <a:ext uri="{FF2B5EF4-FFF2-40B4-BE49-F238E27FC236}">
                <a16:creationId xmlns:a16="http://schemas.microsoft.com/office/drawing/2014/main" id="{D02C07A5-D9C9-BB53-9566-78801184E5F7}"/>
              </a:ext>
            </a:extLst>
          </p:cNvPr>
          <p:cNvSpPr txBox="1"/>
          <p:nvPr/>
        </p:nvSpPr>
        <p:spPr>
          <a:xfrm>
            <a:off x="8569967" y="4504974"/>
            <a:ext cx="574034" cy="5043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just">
              <a:lnSpc>
                <a:spcPct val="150000"/>
              </a:lnSpc>
            </a:pPr>
            <a:r>
              <a:rPr lang="vi-VN" sz="2000" b="1" dirty="0">
                <a:solidFill>
                  <a:schemeClr val="bg1"/>
                </a:solidFill>
                <a:latin typeface="Montserrat" panose="00000500000000000000" pitchFamily="2" charset="-93"/>
                <a:sym typeface="Montserrat"/>
              </a:rPr>
              <a:t>06</a:t>
            </a:r>
            <a:endParaRPr sz="2000" b="1" dirty="0">
              <a:solidFill>
                <a:schemeClr val="bg1"/>
              </a:solidFill>
              <a:latin typeface="Montserrat" panose="00000500000000000000" pitchFamily="2" charset="-93"/>
              <a:sym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18208320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0">
          <a:extLst>
            <a:ext uri="{FF2B5EF4-FFF2-40B4-BE49-F238E27FC236}">
              <a16:creationId xmlns:a16="http://schemas.microsoft.com/office/drawing/2014/main" id="{AB11E0A3-82D8-FA12-EB44-EB4E931994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0" descr="Nhận diện thương hiệu Logo HaUI">
            <a:extLst>
              <a:ext uri="{FF2B5EF4-FFF2-40B4-BE49-F238E27FC236}">
                <a16:creationId xmlns:a16="http://schemas.microsoft.com/office/drawing/2014/main" id="{08E87936-4AA3-9EF6-C526-5DF97182DB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245" b="99657" l="343" r="99069">
                        <a14:foregroundMark x1="1415" y1="2252" x2="12206" y2="833"/>
                        <a14:foregroundMark x1="12206" y1="833" x2="83333" y2="1912"/>
                        <a14:foregroundMark x1="89020" y1="686" x2="88873" y2="19559"/>
                        <a14:foregroundMark x1="96324" y1="1667" x2="97108" y2="10588"/>
                        <a14:foregroundMark x1="98922" y1="95637" x2="93971" y2="97549"/>
                        <a14:foregroundMark x1="4118" y1="98529" x2="2843" y2="94657"/>
                        <a14:foregroundMark x1="1225" y1="89853" x2="7941" y2="88480"/>
                        <a14:foregroundMark x1="11814" y1="73333" x2="58578" y2="72059"/>
                        <a14:foregroundMark x1="58578" y1="72059" x2="79559" y2="73333"/>
                        <a14:foregroundMark x1="79559" y1="73333" x2="89804" y2="72892"/>
                        <a14:foregroundMark x1="89804" y1="72892" x2="90490" y2="72892"/>
                        <a14:foregroundMark x1="55784" y1="47549" x2="52206" y2="27304"/>
                        <a14:foregroundMark x1="45147" y1="21765" x2="43922" y2="11029"/>
                        <a14:foregroundMark x1="47108" y1="17892" x2="34412" y2="17108"/>
                        <a14:foregroundMark x1="77843" y1="92745" x2="89020" y2="91078"/>
                        <a14:foregroundMark x1="97549" y1="97990" x2="95490" y2="98529"/>
                        <a14:foregroundMark x1="91765" y1="99363" x2="86520" y2="99363"/>
                        <a14:foregroundMark x1="82108" y1="99363" x2="76176" y2="98284"/>
                        <a14:foregroundMark x1="75196" y1="99510" x2="66373" y2="99657"/>
                        <a14:foregroundMark x1="65686" y1="99657" x2="27402" y2="99216"/>
                        <a14:foregroundMark x1="26863" y1="98971" x2="5882" y2="99069"/>
                        <a14:foregroundMark x1="2843" y1="97990" x2="392" y2="93873"/>
                        <a14:foregroundMark x1="1324" y1="88480" x2="1324" y2="78284"/>
                        <a14:foregroundMark x1="931" y1="76765" x2="2598" y2="66765"/>
                        <a14:foregroundMark x1="2598" y1="66765" x2="1225" y2="61716"/>
                        <a14:foregroundMark x1="931" y1="67255" x2="931" y2="68333"/>
                        <a14:foregroundMark x1="931" y1="61471" x2="931" y2="54706"/>
                        <a14:foregroundMark x1="931" y1="49755" x2="637" y2="38186"/>
                        <a14:foregroundMark x1="1078" y1="35686" x2="637" y2="25931"/>
                        <a14:foregroundMark x1="931" y1="22745" x2="539" y2="9902"/>
                        <a14:foregroundMark x1="56324" y1="1373" x2="70686" y2="1373"/>
                        <a14:foregroundMark x1="74657" y1="1225" x2="85686" y2="1225"/>
                        <a14:foregroundMark x1="97010" y1="1814" x2="98382" y2="4951"/>
                        <a14:foregroundMark x1="98480" y1="6471" x2="99069" y2="14902"/>
                        <a14:foregroundMark x1="99069" y1="16667" x2="98922" y2="72353"/>
                        <a14:foregroundMark x1="98775" y1="74853" x2="99069" y2="91912"/>
                        <a14:backgroundMark x1="931" y1="98676" x2="98" y2="98529"/>
                        <a14:backgroundMark x1="1765" y1="1373" x2="539" y2="1373"/>
                        <a14:backgroundMark x1="99069" y1="980" x2="99069" y2="980"/>
                        <a14:backgroundMark x1="99069" y1="980" x2="99216" y2="980"/>
                        <a14:backgroundMark x1="98922" y1="98824" x2="99608" y2="9882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38174" y="23649"/>
            <a:ext cx="481995" cy="4568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Google Shape;178;p53">
            <a:extLst>
              <a:ext uri="{FF2B5EF4-FFF2-40B4-BE49-F238E27FC236}">
                <a16:creationId xmlns:a16="http://schemas.microsoft.com/office/drawing/2014/main" id="{C5E96D5D-8AEB-879D-BD84-C9570A3207EC}"/>
              </a:ext>
            </a:extLst>
          </p:cNvPr>
          <p:cNvSpPr txBox="1"/>
          <p:nvPr/>
        </p:nvSpPr>
        <p:spPr>
          <a:xfrm>
            <a:off x="1224203" y="-699202"/>
            <a:ext cx="4478808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EF860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Quy trình thực hiện</a:t>
            </a:r>
          </a:p>
        </p:txBody>
      </p:sp>
      <p:sp>
        <p:nvSpPr>
          <p:cNvPr id="24" name="Google Shape;194;p4">
            <a:extLst>
              <a:ext uri="{FF2B5EF4-FFF2-40B4-BE49-F238E27FC236}">
                <a16:creationId xmlns:a16="http://schemas.microsoft.com/office/drawing/2014/main" id="{EACE01E0-7613-F29B-8B57-F762FFDC2BBD}"/>
              </a:ext>
            </a:extLst>
          </p:cNvPr>
          <p:cNvSpPr txBox="1"/>
          <p:nvPr/>
        </p:nvSpPr>
        <p:spPr>
          <a:xfrm>
            <a:off x="497256" y="-923378"/>
            <a:ext cx="749807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03</a:t>
            </a:r>
            <a:endParaRPr sz="2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195;p4">
            <a:extLst>
              <a:ext uri="{FF2B5EF4-FFF2-40B4-BE49-F238E27FC236}">
                <a16:creationId xmlns:a16="http://schemas.microsoft.com/office/drawing/2014/main" id="{6CF1A80A-C443-FAA0-8625-0E93D355A657}"/>
              </a:ext>
            </a:extLst>
          </p:cNvPr>
          <p:cNvSpPr/>
          <p:nvPr/>
        </p:nvSpPr>
        <p:spPr>
          <a:xfrm>
            <a:off x="472326" y="-798954"/>
            <a:ext cx="648000" cy="648000"/>
          </a:xfrm>
          <a:prstGeom prst="rect">
            <a:avLst/>
          </a:prstGeom>
          <a:noFill/>
          <a:ln w="9525" cap="flat" cmpd="sng">
            <a:solidFill>
              <a:srgbClr val="BA7C2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178;p53">
            <a:extLst>
              <a:ext uri="{FF2B5EF4-FFF2-40B4-BE49-F238E27FC236}">
                <a16:creationId xmlns:a16="http://schemas.microsoft.com/office/drawing/2014/main" id="{95879087-7A6F-CDAE-C0CC-F6BE832C2064}"/>
              </a:ext>
            </a:extLst>
          </p:cNvPr>
          <p:cNvSpPr txBox="1"/>
          <p:nvPr/>
        </p:nvSpPr>
        <p:spPr>
          <a:xfrm>
            <a:off x="1142923" y="418398"/>
            <a:ext cx="4478808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1"/>
            <a:r>
              <a:rPr lang="vi-VN" sz="2400" b="0" i="0" u="none" strike="noStrike" cap="none" dirty="0">
                <a:solidFill>
                  <a:srgbClr val="EF860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Quy trình thực hiện</a:t>
            </a:r>
            <a:endParaRPr sz="2400" b="0" i="0" u="none" strike="noStrike" cap="none" dirty="0">
              <a:solidFill>
                <a:srgbClr val="EF8600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27" name="Google Shape;194;p4">
            <a:extLst>
              <a:ext uri="{FF2B5EF4-FFF2-40B4-BE49-F238E27FC236}">
                <a16:creationId xmlns:a16="http://schemas.microsoft.com/office/drawing/2014/main" id="{0E94EE2C-5670-35E9-60DA-2F8325849904}"/>
              </a:ext>
            </a:extLst>
          </p:cNvPr>
          <p:cNvSpPr txBox="1"/>
          <p:nvPr/>
        </p:nvSpPr>
        <p:spPr>
          <a:xfrm>
            <a:off x="415976" y="194222"/>
            <a:ext cx="749807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-VN" sz="2800" b="0" i="0" u="none" strike="noStrike" cap="none" dirty="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03</a:t>
            </a:r>
            <a:endParaRPr sz="2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195;p4">
            <a:extLst>
              <a:ext uri="{FF2B5EF4-FFF2-40B4-BE49-F238E27FC236}">
                <a16:creationId xmlns:a16="http://schemas.microsoft.com/office/drawing/2014/main" id="{AA2A22EE-3C1D-6164-45C1-33FB20E2F988}"/>
              </a:ext>
            </a:extLst>
          </p:cNvPr>
          <p:cNvSpPr/>
          <p:nvPr/>
        </p:nvSpPr>
        <p:spPr>
          <a:xfrm>
            <a:off x="391046" y="318646"/>
            <a:ext cx="648000" cy="648000"/>
          </a:xfrm>
          <a:prstGeom prst="rect">
            <a:avLst/>
          </a:prstGeom>
          <a:noFill/>
          <a:ln w="9525" cap="flat" cmpd="sng">
            <a:solidFill>
              <a:srgbClr val="BA7C2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D263DE68-2B02-C1ED-FB37-23C7CB315060}"/>
              </a:ext>
            </a:extLst>
          </p:cNvPr>
          <p:cNvGrpSpPr/>
          <p:nvPr/>
        </p:nvGrpSpPr>
        <p:grpSpPr>
          <a:xfrm>
            <a:off x="121046" y="1295758"/>
            <a:ext cx="540000" cy="540000"/>
            <a:chOff x="990600" y="2959183"/>
            <a:chExt cx="1461319" cy="1524174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998726B2-6FDE-1899-3E45-E0F4E2484946}"/>
                </a:ext>
              </a:extLst>
            </p:cNvPr>
            <p:cNvGrpSpPr/>
            <p:nvPr/>
          </p:nvGrpSpPr>
          <p:grpSpPr>
            <a:xfrm>
              <a:off x="990600" y="2959183"/>
              <a:ext cx="1461319" cy="1524174"/>
              <a:chOff x="3048000" y="2933700"/>
              <a:chExt cx="2057400" cy="1981200"/>
            </a:xfrm>
          </p:grpSpPr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D9E90303-1427-BE54-4A66-DA8CC9ED2F96}"/>
                  </a:ext>
                </a:extLst>
              </p:cNvPr>
              <p:cNvSpPr/>
              <p:nvPr/>
            </p:nvSpPr>
            <p:spPr>
              <a:xfrm>
                <a:off x="3048000" y="2933700"/>
                <a:ext cx="2057400" cy="19812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vi-VN" sz="2400"/>
              </a:p>
            </p:txBody>
          </p:sp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B5A0A7BF-25F1-9650-2C67-879AFC704DD1}"/>
                  </a:ext>
                </a:extLst>
              </p:cNvPr>
              <p:cNvSpPr/>
              <p:nvPr/>
            </p:nvSpPr>
            <p:spPr>
              <a:xfrm>
                <a:off x="3352799" y="3254618"/>
                <a:ext cx="1447801" cy="1339363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vi-VN" sz="2400"/>
              </a:p>
            </p:txBody>
          </p:sp>
        </p:grp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851D73BB-DC2D-795E-589D-D12A3DE02591}"/>
                </a:ext>
              </a:extLst>
            </p:cNvPr>
            <p:cNvSpPr/>
            <p:nvPr/>
          </p:nvSpPr>
          <p:spPr>
            <a:xfrm>
              <a:off x="1401773" y="3396860"/>
              <a:ext cx="638972" cy="642035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2400"/>
            </a:p>
          </p:txBody>
        </p:sp>
      </p:grpSp>
      <p:sp>
        <p:nvSpPr>
          <p:cNvPr id="478" name="TextBox 477">
            <a:extLst>
              <a:ext uri="{FF2B5EF4-FFF2-40B4-BE49-F238E27FC236}">
                <a16:creationId xmlns:a16="http://schemas.microsoft.com/office/drawing/2014/main" id="{2AF57E67-7A4D-E719-E28F-97C671806BF0}"/>
              </a:ext>
            </a:extLst>
          </p:cNvPr>
          <p:cNvSpPr txBox="1"/>
          <p:nvPr/>
        </p:nvSpPr>
        <p:spPr>
          <a:xfrm>
            <a:off x="663786" y="1256635"/>
            <a:ext cx="6010887" cy="496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lnSpc>
                <a:spcPct val="150000"/>
              </a:lnSpc>
              <a:spcAft>
                <a:spcPts val="800"/>
              </a:spcAft>
              <a:buClr>
                <a:schemeClr val="accent5">
                  <a:lumMod val="75000"/>
                </a:schemeClr>
              </a:buClr>
            </a:pPr>
            <a:r>
              <a:rPr lang="vi-VN" sz="2000" b="1" kern="100" dirty="0">
                <a:solidFill>
                  <a:schemeClr val="bg1"/>
                </a:solidFill>
                <a:latin typeface="+mn-lt"/>
                <a:ea typeface="Aptos" panose="020B0004020202020204" pitchFamily="34" charset="0"/>
                <a:cs typeface="Arial" panose="020B0604020202020204" pitchFamily="34" charset="0"/>
              </a:rPr>
              <a:t>Tiền xử lý dữ liệu </a:t>
            </a:r>
          </a:p>
        </p:txBody>
      </p:sp>
      <p:sp>
        <p:nvSpPr>
          <p:cNvPr id="479" name="TextBox 478">
            <a:extLst>
              <a:ext uri="{FF2B5EF4-FFF2-40B4-BE49-F238E27FC236}">
                <a16:creationId xmlns:a16="http://schemas.microsoft.com/office/drawing/2014/main" id="{536C8571-8889-4CF5-9732-3811D7CF719A}"/>
              </a:ext>
            </a:extLst>
          </p:cNvPr>
          <p:cNvSpPr txBox="1"/>
          <p:nvPr/>
        </p:nvSpPr>
        <p:spPr>
          <a:xfrm>
            <a:off x="149944" y="1922382"/>
            <a:ext cx="6010887" cy="375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 algn="just">
              <a:lnSpc>
                <a:spcPct val="150000"/>
              </a:lnSpc>
              <a:spcAft>
                <a:spcPts val="800"/>
              </a:spcAft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q"/>
            </a:pPr>
            <a:r>
              <a:rPr lang="vi-VN" b="1" kern="100" dirty="0">
                <a:solidFill>
                  <a:schemeClr val="bg1"/>
                </a:solidFill>
                <a:latin typeface="+mn-lt"/>
                <a:ea typeface="Aptos" panose="020B0004020202020204" pitchFamily="34" charset="0"/>
                <a:cs typeface="Arial" panose="020B0604020202020204" pitchFamily="34" charset="0"/>
              </a:rPr>
              <a:t>Phân chia tập dữ liệu: 70-15-15</a:t>
            </a:r>
          </a:p>
        </p:txBody>
      </p:sp>
      <p:sp>
        <p:nvSpPr>
          <p:cNvPr id="481" name="TextBox 480">
            <a:extLst>
              <a:ext uri="{FF2B5EF4-FFF2-40B4-BE49-F238E27FC236}">
                <a16:creationId xmlns:a16="http://schemas.microsoft.com/office/drawing/2014/main" id="{F626445E-1600-FA50-B0BD-138639969BA8}"/>
              </a:ext>
            </a:extLst>
          </p:cNvPr>
          <p:cNvSpPr txBox="1"/>
          <p:nvPr/>
        </p:nvSpPr>
        <p:spPr>
          <a:xfrm>
            <a:off x="149944" y="2310896"/>
            <a:ext cx="6010887" cy="375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 algn="just">
              <a:lnSpc>
                <a:spcPct val="150000"/>
              </a:lnSpc>
              <a:spcAft>
                <a:spcPts val="800"/>
              </a:spcAft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q"/>
            </a:pPr>
            <a:r>
              <a:rPr lang="vi-VN" b="1" kern="100" dirty="0">
                <a:solidFill>
                  <a:schemeClr val="bg1"/>
                </a:solidFill>
                <a:latin typeface="+mn-lt"/>
                <a:ea typeface="Aptos" panose="020B0004020202020204" pitchFamily="34" charset="0"/>
                <a:cs typeface="Arial" panose="020B0604020202020204" pitchFamily="34" charset="0"/>
              </a:rPr>
              <a:t>Lọc nhiễu và điền khuyết dữ liệu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FE9246E-0F3D-2BC2-056E-FAC1959E5AA4}"/>
              </a:ext>
            </a:extLst>
          </p:cNvPr>
          <p:cNvSpPr txBox="1"/>
          <p:nvPr/>
        </p:nvSpPr>
        <p:spPr>
          <a:xfrm>
            <a:off x="161078" y="2791494"/>
            <a:ext cx="4310504" cy="801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 algn="just">
              <a:lnSpc>
                <a:spcPct val="150000"/>
              </a:lnSpc>
              <a:spcAft>
                <a:spcPts val="800"/>
              </a:spcAft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q"/>
            </a:pPr>
            <a:r>
              <a:rPr lang="vi-VN" b="1" kern="100" dirty="0">
                <a:solidFill>
                  <a:schemeClr val="bg1"/>
                </a:solidFill>
                <a:latin typeface="+mn-lt"/>
                <a:ea typeface="Aptos" panose="020B0004020202020204" pitchFamily="34" charset="0"/>
                <a:cs typeface="Arial" panose="020B0604020202020204" pitchFamily="34" charset="0"/>
              </a:rPr>
              <a:t>Trích xuất đặc trưng động học nâng cao: </a:t>
            </a:r>
          </a:p>
          <a:p>
            <a:pPr lvl="0" algn="just">
              <a:lnSpc>
                <a:spcPct val="150000"/>
              </a:lnSpc>
              <a:spcAft>
                <a:spcPts val="800"/>
              </a:spcAft>
              <a:buClr>
                <a:schemeClr val="accent5">
                  <a:lumMod val="75000"/>
                </a:schemeClr>
              </a:buClr>
            </a:pPr>
            <a:r>
              <a:rPr lang="vi-VN" b="1" kern="100" dirty="0">
                <a:solidFill>
                  <a:schemeClr val="bg1"/>
                </a:solidFill>
                <a:latin typeface="+mn-lt"/>
                <a:ea typeface="Aptos" panose="020B0004020202020204" pitchFamily="34" charset="0"/>
                <a:cs typeface="Arial" panose="020B0604020202020204" pitchFamily="34" charset="0"/>
              </a:rPr>
              <a:t>       vận tốc, độ cao trọng tâm, góc cơ thể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98785FC-A435-3623-E0BA-CFBA9761F5B2}"/>
              </a:ext>
            </a:extLst>
          </p:cNvPr>
          <p:cNvSpPr txBox="1"/>
          <p:nvPr/>
        </p:nvSpPr>
        <p:spPr>
          <a:xfrm>
            <a:off x="149944" y="3553006"/>
            <a:ext cx="8001077" cy="375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 algn="just">
              <a:lnSpc>
                <a:spcPct val="150000"/>
              </a:lnSpc>
              <a:spcAft>
                <a:spcPts val="800"/>
              </a:spcAft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q"/>
            </a:pPr>
            <a:r>
              <a:rPr lang="vi-VN" b="1" kern="100" dirty="0">
                <a:solidFill>
                  <a:schemeClr val="bg1"/>
                </a:solidFill>
                <a:latin typeface="+mn-lt"/>
                <a:ea typeface="Aptos" panose="020B0004020202020204" pitchFamily="34" charset="0"/>
                <a:cs typeface="Arial" panose="020B0604020202020204" pitchFamily="34" charset="0"/>
              </a:rPr>
              <a:t>Chuẩn hóa dữ liệu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7BA2215-254C-0EE4-9BCA-D52D935417BC}"/>
              </a:ext>
            </a:extLst>
          </p:cNvPr>
          <p:cNvSpPr txBox="1"/>
          <p:nvPr/>
        </p:nvSpPr>
        <p:spPr>
          <a:xfrm>
            <a:off x="149943" y="3886865"/>
            <a:ext cx="8001077" cy="375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 algn="just">
              <a:lnSpc>
                <a:spcPct val="150000"/>
              </a:lnSpc>
              <a:spcAft>
                <a:spcPts val="800"/>
              </a:spcAft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q"/>
            </a:pPr>
            <a:r>
              <a:rPr lang="vi-VN" b="1" kern="100" dirty="0">
                <a:solidFill>
                  <a:schemeClr val="bg1"/>
                </a:solidFill>
                <a:latin typeface="+mn-lt"/>
                <a:ea typeface="Aptos" panose="020B0004020202020204" pitchFamily="34" charset="0"/>
                <a:cs typeface="Arial" panose="020B0604020202020204" pitchFamily="34" charset="0"/>
              </a:rPr>
              <a:t>Tạo cửa sổ trượt và đệm dữ liệu</a:t>
            </a: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F07DBC1B-67BD-DC91-5DC3-00203A130A0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67128" y="880022"/>
            <a:ext cx="4475770" cy="3652221"/>
          </a:xfrm>
          <a:prstGeom prst="rect">
            <a:avLst/>
          </a:prstGeom>
        </p:spPr>
      </p:pic>
      <p:grpSp>
        <p:nvGrpSpPr>
          <p:cNvPr id="33" name="Group 32">
            <a:extLst>
              <a:ext uri="{FF2B5EF4-FFF2-40B4-BE49-F238E27FC236}">
                <a16:creationId xmlns:a16="http://schemas.microsoft.com/office/drawing/2014/main" id="{427B3F00-8990-9B69-77A8-6841185C574A}"/>
              </a:ext>
            </a:extLst>
          </p:cNvPr>
          <p:cNvGrpSpPr/>
          <p:nvPr/>
        </p:nvGrpSpPr>
        <p:grpSpPr>
          <a:xfrm>
            <a:off x="9346298" y="3886865"/>
            <a:ext cx="2533435" cy="435963"/>
            <a:chOff x="-73799" y="4225618"/>
            <a:chExt cx="3253242" cy="381351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93B19A18-DC84-5AF6-5345-A9A63D8640A0}"/>
                </a:ext>
              </a:extLst>
            </p:cNvPr>
            <p:cNvSpPr/>
            <p:nvPr/>
          </p:nvSpPr>
          <p:spPr>
            <a:xfrm>
              <a:off x="-73799" y="4225618"/>
              <a:ext cx="3253242" cy="381351"/>
            </a:xfrm>
            <a:prstGeom prst="rect">
              <a:avLst/>
            </a:prstGeom>
            <a:noFill/>
            <a:ln w="28575">
              <a:solidFill>
                <a:srgbClr val="FFCB4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endParaRPr lang="en-US">
                <a:ln>
                  <a:solidFill>
                    <a:srgbClr val="C00000"/>
                  </a:solidFill>
                </a:ln>
                <a:solidFill>
                  <a:srgbClr val="C00000"/>
                </a:solidFill>
              </a:endParaRP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E3B7F9B2-8783-297D-480B-0C7063EC5290}"/>
                </a:ext>
              </a:extLst>
            </p:cNvPr>
            <p:cNvSpPr txBox="1"/>
            <p:nvPr/>
          </p:nvSpPr>
          <p:spPr>
            <a:xfrm>
              <a:off x="506706" y="4248136"/>
              <a:ext cx="2015319" cy="32850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342900" indent="-342900" algn="just">
                <a:lnSpc>
                  <a:spcPct val="150000"/>
                </a:lnSpc>
                <a:spcAft>
                  <a:spcPts val="800"/>
                </a:spcAft>
                <a:buClr>
                  <a:srgbClr val="EF8600"/>
                </a:buClr>
                <a:buFont typeface="Wingdings" panose="05000000000000000000" pitchFamily="2" charset="2"/>
                <a:buChar char="Ø"/>
              </a:pPr>
              <a:r>
                <a:rPr lang="vi-VN" b="1" kern="100" dirty="0">
                  <a:solidFill>
                    <a:schemeClr val="bg1"/>
                  </a:solidFill>
                  <a:latin typeface="+mn-lt"/>
                  <a:ea typeface="Aptos" panose="020B0004020202020204" pitchFamily="34" charset="0"/>
                  <a:cs typeface="Arial" panose="020B0604020202020204" pitchFamily="34" charset="0"/>
                </a:rPr>
                <a:t>(N,60,70)</a:t>
              </a:r>
            </a:p>
          </p:txBody>
        </p:sp>
      </p:grpSp>
      <p:pic>
        <p:nvPicPr>
          <p:cNvPr id="36" name="Picture 35">
            <a:extLst>
              <a:ext uri="{FF2B5EF4-FFF2-40B4-BE49-F238E27FC236}">
                <a16:creationId xmlns:a16="http://schemas.microsoft.com/office/drawing/2014/main" id="{71DBF506-4EB9-C931-1700-250D8C00CBE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25073" y="819592"/>
            <a:ext cx="4755826" cy="2347595"/>
          </a:xfrm>
          <a:prstGeom prst="rect">
            <a:avLst/>
          </a:prstGeom>
        </p:spPr>
      </p:pic>
      <p:sp>
        <p:nvSpPr>
          <p:cNvPr id="3" name="Google Shape;158;p1">
            <a:extLst>
              <a:ext uri="{FF2B5EF4-FFF2-40B4-BE49-F238E27FC236}">
                <a16:creationId xmlns:a16="http://schemas.microsoft.com/office/drawing/2014/main" id="{BEC823A4-1481-21CD-30F4-E4D9DB055DF1}"/>
              </a:ext>
            </a:extLst>
          </p:cNvPr>
          <p:cNvSpPr txBox="1"/>
          <p:nvPr/>
        </p:nvSpPr>
        <p:spPr>
          <a:xfrm>
            <a:off x="8569967" y="4504974"/>
            <a:ext cx="574034" cy="5043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just">
              <a:lnSpc>
                <a:spcPct val="150000"/>
              </a:lnSpc>
            </a:pPr>
            <a:r>
              <a:rPr lang="vi-VN" sz="2000" b="1" dirty="0">
                <a:solidFill>
                  <a:schemeClr val="bg1"/>
                </a:solidFill>
                <a:latin typeface="Montserrat" panose="00000500000000000000" pitchFamily="2" charset="-93"/>
                <a:sym typeface="Montserrat"/>
              </a:rPr>
              <a:t>07</a:t>
            </a:r>
            <a:endParaRPr sz="2000" b="1" dirty="0">
              <a:solidFill>
                <a:schemeClr val="bg1"/>
              </a:solidFill>
              <a:latin typeface="Montserrat" panose="00000500000000000000" pitchFamily="2" charset="-93"/>
              <a:sym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32799550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9" grpId="0"/>
      <p:bldP spid="481" grpId="0"/>
      <p:bldP spid="29" grpId="0"/>
      <p:bldP spid="30" grpId="0"/>
      <p:bldP spid="3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0">
          <a:extLst>
            <a:ext uri="{FF2B5EF4-FFF2-40B4-BE49-F238E27FC236}">
              <a16:creationId xmlns:a16="http://schemas.microsoft.com/office/drawing/2014/main" id="{3CBCDF91-96EA-C998-BDAC-114804E334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0" descr="Nhận diện thương hiệu Logo HaUI">
            <a:extLst>
              <a:ext uri="{FF2B5EF4-FFF2-40B4-BE49-F238E27FC236}">
                <a16:creationId xmlns:a16="http://schemas.microsoft.com/office/drawing/2014/main" id="{E50148CB-03B5-7EA2-E398-C5870132D4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245" b="99657" l="343" r="99069">
                        <a14:foregroundMark x1="1415" y1="2252" x2="12206" y2="833"/>
                        <a14:foregroundMark x1="12206" y1="833" x2="83333" y2="1912"/>
                        <a14:foregroundMark x1="89020" y1="686" x2="88873" y2="19559"/>
                        <a14:foregroundMark x1="96324" y1="1667" x2="97108" y2="10588"/>
                        <a14:foregroundMark x1="98922" y1="95637" x2="93971" y2="97549"/>
                        <a14:foregroundMark x1="4118" y1="98529" x2="2843" y2="94657"/>
                        <a14:foregroundMark x1="1225" y1="89853" x2="7941" y2="88480"/>
                        <a14:foregroundMark x1="11814" y1="73333" x2="58578" y2="72059"/>
                        <a14:foregroundMark x1="58578" y1="72059" x2="79559" y2="73333"/>
                        <a14:foregroundMark x1="79559" y1="73333" x2="89804" y2="72892"/>
                        <a14:foregroundMark x1="89804" y1="72892" x2="90490" y2="72892"/>
                        <a14:foregroundMark x1="55784" y1="47549" x2="52206" y2="27304"/>
                        <a14:foregroundMark x1="45147" y1="21765" x2="43922" y2="11029"/>
                        <a14:foregroundMark x1="47108" y1="17892" x2="34412" y2="17108"/>
                        <a14:foregroundMark x1="77843" y1="92745" x2="89020" y2="91078"/>
                        <a14:foregroundMark x1="97549" y1="97990" x2="95490" y2="98529"/>
                        <a14:foregroundMark x1="91765" y1="99363" x2="86520" y2="99363"/>
                        <a14:foregroundMark x1="82108" y1="99363" x2="76176" y2="98284"/>
                        <a14:foregroundMark x1="75196" y1="99510" x2="66373" y2="99657"/>
                        <a14:foregroundMark x1="65686" y1="99657" x2="27402" y2="99216"/>
                        <a14:foregroundMark x1="26863" y1="98971" x2="5882" y2="99069"/>
                        <a14:foregroundMark x1="2843" y1="97990" x2="392" y2="93873"/>
                        <a14:foregroundMark x1="1324" y1="88480" x2="1324" y2="78284"/>
                        <a14:foregroundMark x1="931" y1="76765" x2="2598" y2="66765"/>
                        <a14:foregroundMark x1="2598" y1="66765" x2="1225" y2="61716"/>
                        <a14:foregroundMark x1="931" y1="67255" x2="931" y2="68333"/>
                        <a14:foregroundMark x1="931" y1="61471" x2="931" y2="54706"/>
                        <a14:foregroundMark x1="931" y1="49755" x2="637" y2="38186"/>
                        <a14:foregroundMark x1="1078" y1="35686" x2="637" y2="25931"/>
                        <a14:foregroundMark x1="931" y1="22745" x2="539" y2="9902"/>
                        <a14:foregroundMark x1="56324" y1="1373" x2="70686" y2="1373"/>
                        <a14:foregroundMark x1="74657" y1="1225" x2="85686" y2="1225"/>
                        <a14:foregroundMark x1="97010" y1="1814" x2="98382" y2="4951"/>
                        <a14:foregroundMark x1="98480" y1="6471" x2="99069" y2="14902"/>
                        <a14:foregroundMark x1="99069" y1="16667" x2="98922" y2="72353"/>
                        <a14:foregroundMark x1="98775" y1="74853" x2="99069" y2="91912"/>
                        <a14:backgroundMark x1="931" y1="98676" x2="98" y2="98529"/>
                        <a14:backgroundMark x1="1765" y1="1373" x2="539" y2="1373"/>
                        <a14:backgroundMark x1="99069" y1="980" x2="99069" y2="980"/>
                        <a14:backgroundMark x1="99069" y1="980" x2="99216" y2="980"/>
                        <a14:backgroundMark x1="98922" y1="98824" x2="99608" y2="9882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38174" y="23649"/>
            <a:ext cx="481995" cy="4568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Google Shape;178;p53">
            <a:extLst>
              <a:ext uri="{FF2B5EF4-FFF2-40B4-BE49-F238E27FC236}">
                <a16:creationId xmlns:a16="http://schemas.microsoft.com/office/drawing/2014/main" id="{FB99224C-D21D-3004-C5F6-DD0EE3487D8A}"/>
              </a:ext>
            </a:extLst>
          </p:cNvPr>
          <p:cNvSpPr txBox="1"/>
          <p:nvPr/>
        </p:nvSpPr>
        <p:spPr>
          <a:xfrm>
            <a:off x="1224203" y="-699202"/>
            <a:ext cx="4478808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EF860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Quy trình thực hiện</a:t>
            </a:r>
          </a:p>
        </p:txBody>
      </p:sp>
      <p:sp>
        <p:nvSpPr>
          <p:cNvPr id="24" name="Google Shape;194;p4">
            <a:extLst>
              <a:ext uri="{FF2B5EF4-FFF2-40B4-BE49-F238E27FC236}">
                <a16:creationId xmlns:a16="http://schemas.microsoft.com/office/drawing/2014/main" id="{EF003A7B-1B71-BBFD-100E-574540C132F8}"/>
              </a:ext>
            </a:extLst>
          </p:cNvPr>
          <p:cNvSpPr txBox="1"/>
          <p:nvPr/>
        </p:nvSpPr>
        <p:spPr>
          <a:xfrm>
            <a:off x="497256" y="-923378"/>
            <a:ext cx="749807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03</a:t>
            </a:r>
            <a:endParaRPr sz="2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195;p4">
            <a:extLst>
              <a:ext uri="{FF2B5EF4-FFF2-40B4-BE49-F238E27FC236}">
                <a16:creationId xmlns:a16="http://schemas.microsoft.com/office/drawing/2014/main" id="{AA0B447B-D520-E727-DDA8-D194EFC9D228}"/>
              </a:ext>
            </a:extLst>
          </p:cNvPr>
          <p:cNvSpPr/>
          <p:nvPr/>
        </p:nvSpPr>
        <p:spPr>
          <a:xfrm>
            <a:off x="472326" y="-798954"/>
            <a:ext cx="648000" cy="648000"/>
          </a:xfrm>
          <a:prstGeom prst="rect">
            <a:avLst/>
          </a:prstGeom>
          <a:noFill/>
          <a:ln w="9525" cap="flat" cmpd="sng">
            <a:solidFill>
              <a:srgbClr val="BA7C2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178;p53">
            <a:extLst>
              <a:ext uri="{FF2B5EF4-FFF2-40B4-BE49-F238E27FC236}">
                <a16:creationId xmlns:a16="http://schemas.microsoft.com/office/drawing/2014/main" id="{B52F845B-B788-DEF7-E803-0EAD2C546F27}"/>
              </a:ext>
            </a:extLst>
          </p:cNvPr>
          <p:cNvSpPr txBox="1"/>
          <p:nvPr/>
        </p:nvSpPr>
        <p:spPr>
          <a:xfrm>
            <a:off x="1142923" y="418398"/>
            <a:ext cx="4478808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1"/>
            <a:r>
              <a:rPr lang="vi-VN" sz="2400" b="0" i="0" u="none" strike="noStrike" cap="none" dirty="0">
                <a:solidFill>
                  <a:srgbClr val="EF860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Quy trình thực hiện</a:t>
            </a:r>
            <a:endParaRPr sz="2400" b="0" i="0" u="none" strike="noStrike" cap="none" dirty="0">
              <a:solidFill>
                <a:srgbClr val="EF8600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27" name="Google Shape;194;p4">
            <a:extLst>
              <a:ext uri="{FF2B5EF4-FFF2-40B4-BE49-F238E27FC236}">
                <a16:creationId xmlns:a16="http://schemas.microsoft.com/office/drawing/2014/main" id="{A3F3EB3F-2252-C788-C6F6-E3392CD7C5C6}"/>
              </a:ext>
            </a:extLst>
          </p:cNvPr>
          <p:cNvSpPr txBox="1"/>
          <p:nvPr/>
        </p:nvSpPr>
        <p:spPr>
          <a:xfrm>
            <a:off x="415976" y="194222"/>
            <a:ext cx="749807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-VN" sz="2800" b="0" i="0" u="none" strike="noStrike" cap="none" dirty="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03</a:t>
            </a:r>
            <a:endParaRPr sz="2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195;p4">
            <a:extLst>
              <a:ext uri="{FF2B5EF4-FFF2-40B4-BE49-F238E27FC236}">
                <a16:creationId xmlns:a16="http://schemas.microsoft.com/office/drawing/2014/main" id="{C58B26CB-CA81-A95E-31A4-3635A72DE9FF}"/>
              </a:ext>
            </a:extLst>
          </p:cNvPr>
          <p:cNvSpPr/>
          <p:nvPr/>
        </p:nvSpPr>
        <p:spPr>
          <a:xfrm>
            <a:off x="391046" y="318646"/>
            <a:ext cx="648000" cy="648000"/>
          </a:xfrm>
          <a:prstGeom prst="rect">
            <a:avLst/>
          </a:prstGeom>
          <a:noFill/>
          <a:ln w="9525" cap="flat" cmpd="sng">
            <a:solidFill>
              <a:srgbClr val="BA7C2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1C10362-E2F0-75E7-39E3-EDAB920AA596}"/>
              </a:ext>
            </a:extLst>
          </p:cNvPr>
          <p:cNvGrpSpPr/>
          <p:nvPr/>
        </p:nvGrpSpPr>
        <p:grpSpPr>
          <a:xfrm>
            <a:off x="227256" y="1263298"/>
            <a:ext cx="540000" cy="540000"/>
            <a:chOff x="3733800" y="5354835"/>
            <a:chExt cx="1461319" cy="1524174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829CB433-DC17-1E14-FC33-115451833763}"/>
                </a:ext>
              </a:extLst>
            </p:cNvPr>
            <p:cNvGrpSpPr/>
            <p:nvPr/>
          </p:nvGrpSpPr>
          <p:grpSpPr>
            <a:xfrm>
              <a:off x="3733800" y="5354835"/>
              <a:ext cx="1461319" cy="1524174"/>
              <a:chOff x="3048000" y="2933700"/>
              <a:chExt cx="2057400" cy="1981200"/>
            </a:xfrm>
          </p:grpSpPr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55E70724-CF4E-06BA-5750-33D82E7DE7DA}"/>
                  </a:ext>
                </a:extLst>
              </p:cNvPr>
              <p:cNvSpPr/>
              <p:nvPr/>
            </p:nvSpPr>
            <p:spPr>
              <a:xfrm>
                <a:off x="3048000" y="2933700"/>
                <a:ext cx="2057400" cy="19812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vi-VN" sz="2400"/>
              </a:p>
            </p:txBody>
          </p:sp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E9E16EC7-BD87-84E2-F5CB-26E83878DE4B}"/>
                  </a:ext>
                </a:extLst>
              </p:cNvPr>
              <p:cNvSpPr/>
              <p:nvPr/>
            </p:nvSpPr>
            <p:spPr>
              <a:xfrm>
                <a:off x="3369847" y="3254618"/>
                <a:ext cx="1447801" cy="1339363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vi-VN" sz="2400"/>
              </a:p>
            </p:txBody>
          </p:sp>
        </p:grp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4160AF6C-E4E9-1D21-219E-32EB25B2890B}"/>
                </a:ext>
              </a:extLst>
            </p:cNvPr>
            <p:cNvSpPr/>
            <p:nvPr/>
          </p:nvSpPr>
          <p:spPr>
            <a:xfrm>
              <a:off x="4157082" y="5792512"/>
              <a:ext cx="638972" cy="642035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2400"/>
            </a:p>
          </p:txBody>
        </p:sp>
      </p:grpSp>
      <p:sp>
        <p:nvSpPr>
          <p:cNvPr id="479" name="TextBox 478">
            <a:extLst>
              <a:ext uri="{FF2B5EF4-FFF2-40B4-BE49-F238E27FC236}">
                <a16:creationId xmlns:a16="http://schemas.microsoft.com/office/drawing/2014/main" id="{20798149-042B-6FFD-1CEB-6E99C3345D8B}"/>
              </a:ext>
            </a:extLst>
          </p:cNvPr>
          <p:cNvSpPr txBox="1"/>
          <p:nvPr/>
        </p:nvSpPr>
        <p:spPr>
          <a:xfrm>
            <a:off x="872159" y="1218389"/>
            <a:ext cx="6010887" cy="496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lnSpc>
                <a:spcPct val="150000"/>
              </a:lnSpc>
              <a:spcAft>
                <a:spcPts val="800"/>
              </a:spcAft>
              <a:buClr>
                <a:schemeClr val="accent5">
                  <a:lumMod val="75000"/>
                </a:schemeClr>
              </a:buClr>
            </a:pPr>
            <a:r>
              <a:rPr lang="vi-VN" sz="2000" b="1" kern="100" dirty="0">
                <a:solidFill>
                  <a:schemeClr val="bg1"/>
                </a:solidFill>
                <a:latin typeface="+mn-lt"/>
                <a:ea typeface="Aptos" panose="020B0004020202020204" pitchFamily="34" charset="0"/>
                <a:cs typeface="Arial" panose="020B0604020202020204" pitchFamily="34" charset="0"/>
              </a:rPr>
              <a:t>Trích xuất khung xương</a:t>
            </a:r>
          </a:p>
        </p:txBody>
      </p:sp>
      <p:sp>
        <p:nvSpPr>
          <p:cNvPr id="481" name="TextBox 480">
            <a:extLst>
              <a:ext uri="{FF2B5EF4-FFF2-40B4-BE49-F238E27FC236}">
                <a16:creationId xmlns:a16="http://schemas.microsoft.com/office/drawing/2014/main" id="{63CA55CF-5198-8041-EDA0-E9569D9D81A1}"/>
              </a:ext>
            </a:extLst>
          </p:cNvPr>
          <p:cNvSpPr txBox="1"/>
          <p:nvPr/>
        </p:nvSpPr>
        <p:spPr>
          <a:xfrm>
            <a:off x="256687" y="1865976"/>
            <a:ext cx="3302157" cy="375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 algn="just">
              <a:lnSpc>
                <a:spcPct val="150000"/>
              </a:lnSpc>
              <a:spcAft>
                <a:spcPts val="800"/>
              </a:spcAft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q"/>
            </a:pPr>
            <a:r>
              <a:rPr lang="vi-VN" b="1" kern="100" dirty="0">
                <a:solidFill>
                  <a:schemeClr val="bg1"/>
                </a:solidFill>
                <a:latin typeface="+mn-lt"/>
                <a:ea typeface="Aptos" panose="020B0004020202020204" pitchFamily="34" charset="0"/>
                <a:cs typeface="Arial" panose="020B0604020202020204" pitchFamily="34" charset="0"/>
              </a:rPr>
              <a:t>YOLOv26-pose</a:t>
            </a:r>
          </a:p>
        </p:txBody>
      </p:sp>
      <p:sp>
        <p:nvSpPr>
          <p:cNvPr id="534" name="TextBox 533">
            <a:extLst>
              <a:ext uri="{FF2B5EF4-FFF2-40B4-BE49-F238E27FC236}">
                <a16:creationId xmlns:a16="http://schemas.microsoft.com/office/drawing/2014/main" id="{5F707B5E-6125-A68B-B76F-80B01513ACF1}"/>
              </a:ext>
            </a:extLst>
          </p:cNvPr>
          <p:cNvSpPr txBox="1"/>
          <p:nvPr/>
        </p:nvSpPr>
        <p:spPr>
          <a:xfrm>
            <a:off x="7526647" y="8815821"/>
            <a:ext cx="6010887" cy="375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lnSpc>
                <a:spcPct val="150000"/>
              </a:lnSpc>
              <a:spcAft>
                <a:spcPts val="800"/>
              </a:spcAft>
              <a:buClr>
                <a:schemeClr val="accent5">
                  <a:lumMod val="75000"/>
                </a:schemeClr>
              </a:buClr>
            </a:pPr>
            <a:r>
              <a:rPr lang="it-IT" b="1" kern="100">
                <a:solidFill>
                  <a:schemeClr val="bg1"/>
                </a:solidFill>
                <a:latin typeface="+mn-lt"/>
                <a:ea typeface="Aptos" panose="020B0004020202020204" pitchFamily="34" charset="0"/>
                <a:cs typeface="Arial" panose="020B0604020202020204" pitchFamily="34" charset="0"/>
              </a:rPr>
              <a:t>Công cụ: Visual Studio Code, Postman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9EBA4CD-8419-69FD-1992-84F986C02F5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84931" y="974734"/>
            <a:ext cx="4931813" cy="345313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48A482CF-5A6E-C29C-D4F8-61EBBD59A18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84931" y="1136452"/>
            <a:ext cx="4847339" cy="2980690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4E4BCF40-7456-DA81-6AD9-6DC359A415E8}"/>
              </a:ext>
            </a:extLst>
          </p:cNvPr>
          <p:cNvSpPr txBox="1"/>
          <p:nvPr/>
        </p:nvSpPr>
        <p:spPr>
          <a:xfrm>
            <a:off x="497256" y="2304206"/>
            <a:ext cx="3302157" cy="15901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 algn="just">
              <a:spcAft>
                <a:spcPts val="800"/>
              </a:spcAft>
              <a:buClr>
                <a:schemeClr val="accent5">
                  <a:lumMod val="75000"/>
                </a:schemeClr>
              </a:buClr>
              <a:buFont typeface="Courier New" panose="02070309020205020404" pitchFamily="49" charset="0"/>
              <a:buChar char="o"/>
            </a:pPr>
            <a:r>
              <a:rPr lang="vi-VN" b="1" kern="100" dirty="0">
                <a:solidFill>
                  <a:schemeClr val="bg1"/>
                </a:solidFill>
                <a:latin typeface="+mn-lt"/>
                <a:ea typeface="Aptos" panose="020B0004020202020204" pitchFamily="34" charset="0"/>
                <a:cs typeface="Arial" panose="020B0604020202020204" pitchFamily="34" charset="0"/>
              </a:rPr>
              <a:t>Phát hiện </a:t>
            </a:r>
            <a:r>
              <a:rPr lang="vi-VN" b="1" kern="100" dirty="0" err="1">
                <a:solidFill>
                  <a:schemeClr val="bg1"/>
                </a:solidFill>
                <a:latin typeface="+mn-lt"/>
                <a:ea typeface="Aptos" panose="020B0004020202020204" pitchFamily="34" charset="0"/>
                <a:cs typeface="Arial" panose="020B0604020202020204" pitchFamily="34" charset="0"/>
              </a:rPr>
              <a:t>keypoints</a:t>
            </a:r>
            <a:r>
              <a:rPr lang="vi-VN" b="1" kern="100" dirty="0">
                <a:solidFill>
                  <a:schemeClr val="bg1"/>
                </a:solidFill>
                <a:latin typeface="+mn-lt"/>
                <a:ea typeface="Aptos" panose="020B0004020202020204" pitchFamily="34" charset="0"/>
                <a:cs typeface="Arial" panose="020B0604020202020204" pitchFamily="34" charset="0"/>
              </a:rPr>
              <a:t> theo thời gian thực</a:t>
            </a:r>
          </a:p>
          <a:p>
            <a:pPr marL="285750" lvl="0" indent="-285750" algn="just">
              <a:spcAft>
                <a:spcPts val="800"/>
              </a:spcAft>
              <a:buClr>
                <a:schemeClr val="accent5">
                  <a:lumMod val="75000"/>
                </a:schemeClr>
              </a:buClr>
              <a:buFont typeface="Courier New" panose="02070309020205020404" pitchFamily="49" charset="0"/>
              <a:buChar char="o"/>
            </a:pPr>
            <a:r>
              <a:rPr lang="vi-VN" b="1" kern="100" dirty="0">
                <a:solidFill>
                  <a:schemeClr val="bg1"/>
                </a:solidFill>
                <a:latin typeface="+mn-lt"/>
                <a:ea typeface="Aptos" panose="020B0004020202020204" pitchFamily="34" charset="0"/>
                <a:cs typeface="Arial" panose="020B0604020202020204" pitchFamily="34" charset="0"/>
              </a:rPr>
              <a:t>Nhẹ, tối ưu tốt cho GPU → phù hợp triển khai thực tế</a:t>
            </a:r>
          </a:p>
          <a:p>
            <a:pPr marL="285750" lvl="0" indent="-285750" algn="just">
              <a:spcAft>
                <a:spcPts val="800"/>
              </a:spcAft>
              <a:buClr>
                <a:schemeClr val="accent5">
                  <a:lumMod val="75000"/>
                </a:schemeClr>
              </a:buClr>
              <a:buFont typeface="Courier New" panose="02070309020205020404" pitchFamily="49" charset="0"/>
              <a:buChar char="o"/>
            </a:pPr>
            <a:r>
              <a:rPr lang="vi-VN" b="1" kern="100" dirty="0">
                <a:solidFill>
                  <a:schemeClr val="bg1"/>
                </a:solidFill>
                <a:latin typeface="+mn-lt"/>
                <a:ea typeface="Aptos" panose="020B0004020202020204" pitchFamily="34" charset="0"/>
                <a:cs typeface="Arial" panose="020B0604020202020204" pitchFamily="34" charset="0"/>
              </a:rPr>
              <a:t>Kết hợp </a:t>
            </a:r>
            <a:r>
              <a:rPr lang="vi-VN" b="1" kern="100" dirty="0" err="1">
                <a:solidFill>
                  <a:schemeClr val="bg1"/>
                </a:solidFill>
                <a:latin typeface="+mn-lt"/>
                <a:ea typeface="Aptos" panose="020B0004020202020204" pitchFamily="34" charset="0"/>
                <a:cs typeface="Arial" panose="020B0604020202020204" pitchFamily="34" charset="0"/>
              </a:rPr>
              <a:t>detection</a:t>
            </a:r>
            <a:r>
              <a:rPr lang="vi-VN" b="1" kern="100" dirty="0">
                <a:solidFill>
                  <a:schemeClr val="bg1"/>
                </a:solidFill>
                <a:latin typeface="+mn-lt"/>
                <a:ea typeface="Aptos" panose="020B0004020202020204" pitchFamily="34" charset="0"/>
                <a:cs typeface="Arial" panose="020B0604020202020204" pitchFamily="34" charset="0"/>
              </a:rPr>
              <a:t> + </a:t>
            </a:r>
            <a:r>
              <a:rPr lang="vi-VN" b="1" kern="100" dirty="0" err="1">
                <a:solidFill>
                  <a:schemeClr val="bg1"/>
                </a:solidFill>
                <a:latin typeface="+mn-lt"/>
                <a:ea typeface="Aptos" panose="020B0004020202020204" pitchFamily="34" charset="0"/>
                <a:cs typeface="Arial" panose="020B0604020202020204" pitchFamily="34" charset="0"/>
              </a:rPr>
              <a:t>pose</a:t>
            </a:r>
            <a:r>
              <a:rPr lang="vi-VN" b="1" kern="100" dirty="0">
                <a:solidFill>
                  <a:schemeClr val="bg1"/>
                </a:solidFill>
                <a:latin typeface="+mn-lt"/>
                <a:ea typeface="Aptos" panose="020B0004020202020204" pitchFamily="34" charset="0"/>
                <a:cs typeface="Arial" panose="020B0604020202020204" pitchFamily="34" charset="0"/>
              </a:rPr>
              <a:t> trong 1 mô hình duy nhất</a:t>
            </a:r>
          </a:p>
        </p:txBody>
      </p:sp>
      <p:sp>
        <p:nvSpPr>
          <p:cNvPr id="4" name="Google Shape;158;p1">
            <a:extLst>
              <a:ext uri="{FF2B5EF4-FFF2-40B4-BE49-F238E27FC236}">
                <a16:creationId xmlns:a16="http://schemas.microsoft.com/office/drawing/2014/main" id="{A0186465-9E5C-0D3F-9393-C4E3CCB62454}"/>
              </a:ext>
            </a:extLst>
          </p:cNvPr>
          <p:cNvSpPr txBox="1"/>
          <p:nvPr/>
        </p:nvSpPr>
        <p:spPr>
          <a:xfrm>
            <a:off x="8569967" y="4504974"/>
            <a:ext cx="574034" cy="5043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just">
              <a:lnSpc>
                <a:spcPct val="150000"/>
              </a:lnSpc>
            </a:pPr>
            <a:r>
              <a:rPr lang="vi-VN" sz="2000" b="1" dirty="0">
                <a:solidFill>
                  <a:schemeClr val="bg1"/>
                </a:solidFill>
                <a:latin typeface="Montserrat" panose="00000500000000000000" pitchFamily="2" charset="-93"/>
                <a:sym typeface="Montserrat"/>
              </a:rPr>
              <a:t>08</a:t>
            </a:r>
            <a:endParaRPr sz="2000" b="1" dirty="0">
              <a:solidFill>
                <a:schemeClr val="bg1"/>
              </a:solidFill>
              <a:latin typeface="Montserrat" panose="00000500000000000000" pitchFamily="2" charset="-93"/>
              <a:sym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23713605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xit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1" grpId="0"/>
      <p:bldP spid="3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0">
          <a:extLst>
            <a:ext uri="{FF2B5EF4-FFF2-40B4-BE49-F238E27FC236}">
              <a16:creationId xmlns:a16="http://schemas.microsoft.com/office/drawing/2014/main" id="{C6D6A15F-F0F6-451D-D335-4908CCFDB5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0" descr="Nhận diện thương hiệu Logo HaUI">
            <a:extLst>
              <a:ext uri="{FF2B5EF4-FFF2-40B4-BE49-F238E27FC236}">
                <a16:creationId xmlns:a16="http://schemas.microsoft.com/office/drawing/2014/main" id="{59544373-E064-15F3-6906-5ACDBD5C9A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245" b="99657" l="343" r="99069">
                        <a14:foregroundMark x1="1415" y1="2252" x2="12206" y2="833"/>
                        <a14:foregroundMark x1="12206" y1="833" x2="83333" y2="1912"/>
                        <a14:foregroundMark x1="89020" y1="686" x2="88873" y2="19559"/>
                        <a14:foregroundMark x1="96324" y1="1667" x2="97108" y2="10588"/>
                        <a14:foregroundMark x1="98922" y1="95637" x2="93971" y2="97549"/>
                        <a14:foregroundMark x1="4118" y1="98529" x2="2843" y2="94657"/>
                        <a14:foregroundMark x1="1225" y1="89853" x2="7941" y2="88480"/>
                        <a14:foregroundMark x1="11814" y1="73333" x2="58578" y2="72059"/>
                        <a14:foregroundMark x1="58578" y1="72059" x2="79559" y2="73333"/>
                        <a14:foregroundMark x1="79559" y1="73333" x2="89804" y2="72892"/>
                        <a14:foregroundMark x1="89804" y1="72892" x2="90490" y2="72892"/>
                        <a14:foregroundMark x1="55784" y1="47549" x2="52206" y2="27304"/>
                        <a14:foregroundMark x1="45147" y1="21765" x2="43922" y2="11029"/>
                        <a14:foregroundMark x1="47108" y1="17892" x2="34412" y2="17108"/>
                        <a14:foregroundMark x1="77843" y1="92745" x2="89020" y2="91078"/>
                        <a14:foregroundMark x1="97549" y1="97990" x2="95490" y2="98529"/>
                        <a14:foregroundMark x1="91765" y1="99363" x2="86520" y2="99363"/>
                        <a14:foregroundMark x1="82108" y1="99363" x2="76176" y2="98284"/>
                        <a14:foregroundMark x1="75196" y1="99510" x2="66373" y2="99657"/>
                        <a14:foregroundMark x1="65686" y1="99657" x2="27402" y2="99216"/>
                        <a14:foregroundMark x1="26863" y1="98971" x2="5882" y2="99069"/>
                        <a14:foregroundMark x1="2843" y1="97990" x2="392" y2="93873"/>
                        <a14:foregroundMark x1="1324" y1="88480" x2="1324" y2="78284"/>
                        <a14:foregroundMark x1="931" y1="76765" x2="2598" y2="66765"/>
                        <a14:foregroundMark x1="2598" y1="66765" x2="1225" y2="61716"/>
                        <a14:foregroundMark x1="931" y1="67255" x2="931" y2="68333"/>
                        <a14:foregroundMark x1="931" y1="61471" x2="931" y2="54706"/>
                        <a14:foregroundMark x1="931" y1="49755" x2="637" y2="38186"/>
                        <a14:foregroundMark x1="1078" y1="35686" x2="637" y2="25931"/>
                        <a14:foregroundMark x1="931" y1="22745" x2="539" y2="9902"/>
                        <a14:foregroundMark x1="56324" y1="1373" x2="70686" y2="1373"/>
                        <a14:foregroundMark x1="74657" y1="1225" x2="85686" y2="1225"/>
                        <a14:foregroundMark x1="97010" y1="1814" x2="98382" y2="4951"/>
                        <a14:foregroundMark x1="98480" y1="6471" x2="99069" y2="14902"/>
                        <a14:foregroundMark x1="99069" y1="16667" x2="98922" y2="72353"/>
                        <a14:foregroundMark x1="98775" y1="74853" x2="99069" y2="91912"/>
                        <a14:backgroundMark x1="931" y1="98676" x2="98" y2="98529"/>
                        <a14:backgroundMark x1="1765" y1="1373" x2="539" y2="1373"/>
                        <a14:backgroundMark x1="99069" y1="980" x2="99069" y2="980"/>
                        <a14:backgroundMark x1="99069" y1="980" x2="99216" y2="980"/>
                        <a14:backgroundMark x1="98922" y1="98824" x2="99608" y2="9882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38174" y="23649"/>
            <a:ext cx="481995" cy="4568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Google Shape;178;p53">
            <a:extLst>
              <a:ext uri="{FF2B5EF4-FFF2-40B4-BE49-F238E27FC236}">
                <a16:creationId xmlns:a16="http://schemas.microsoft.com/office/drawing/2014/main" id="{CB8579E9-F686-75F1-B7B3-13E3E6C924BD}"/>
              </a:ext>
            </a:extLst>
          </p:cNvPr>
          <p:cNvSpPr txBox="1"/>
          <p:nvPr/>
        </p:nvSpPr>
        <p:spPr>
          <a:xfrm>
            <a:off x="1224203" y="-699202"/>
            <a:ext cx="4478808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EF860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Quy trình thực hiện</a:t>
            </a:r>
          </a:p>
        </p:txBody>
      </p:sp>
      <p:sp>
        <p:nvSpPr>
          <p:cNvPr id="24" name="Google Shape;194;p4">
            <a:extLst>
              <a:ext uri="{FF2B5EF4-FFF2-40B4-BE49-F238E27FC236}">
                <a16:creationId xmlns:a16="http://schemas.microsoft.com/office/drawing/2014/main" id="{0FBAE50A-EC33-97F7-3361-407FEEFA1394}"/>
              </a:ext>
            </a:extLst>
          </p:cNvPr>
          <p:cNvSpPr txBox="1"/>
          <p:nvPr/>
        </p:nvSpPr>
        <p:spPr>
          <a:xfrm>
            <a:off x="497256" y="-923378"/>
            <a:ext cx="749807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03</a:t>
            </a:r>
            <a:endParaRPr sz="2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195;p4">
            <a:extLst>
              <a:ext uri="{FF2B5EF4-FFF2-40B4-BE49-F238E27FC236}">
                <a16:creationId xmlns:a16="http://schemas.microsoft.com/office/drawing/2014/main" id="{1C14225E-8FF8-FA15-897D-B87F52CF853A}"/>
              </a:ext>
            </a:extLst>
          </p:cNvPr>
          <p:cNvSpPr/>
          <p:nvPr/>
        </p:nvSpPr>
        <p:spPr>
          <a:xfrm>
            <a:off x="472326" y="-798954"/>
            <a:ext cx="648000" cy="648000"/>
          </a:xfrm>
          <a:prstGeom prst="rect">
            <a:avLst/>
          </a:prstGeom>
          <a:noFill/>
          <a:ln w="9525" cap="flat" cmpd="sng">
            <a:solidFill>
              <a:srgbClr val="BA7C2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178;p53">
            <a:extLst>
              <a:ext uri="{FF2B5EF4-FFF2-40B4-BE49-F238E27FC236}">
                <a16:creationId xmlns:a16="http://schemas.microsoft.com/office/drawing/2014/main" id="{BA325E3B-9B65-2DBF-8077-E0794B3FCC68}"/>
              </a:ext>
            </a:extLst>
          </p:cNvPr>
          <p:cNvSpPr txBox="1"/>
          <p:nvPr/>
        </p:nvSpPr>
        <p:spPr>
          <a:xfrm>
            <a:off x="1142923" y="418398"/>
            <a:ext cx="4478808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1"/>
            <a:r>
              <a:rPr lang="vi-VN" sz="2400" b="0" i="0" u="none" strike="noStrike" cap="none" dirty="0">
                <a:solidFill>
                  <a:srgbClr val="EF860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Quy trình thực hiện</a:t>
            </a:r>
            <a:endParaRPr sz="2400" b="0" i="0" u="none" strike="noStrike" cap="none" dirty="0">
              <a:solidFill>
                <a:srgbClr val="EF8600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27" name="Google Shape;194;p4">
            <a:extLst>
              <a:ext uri="{FF2B5EF4-FFF2-40B4-BE49-F238E27FC236}">
                <a16:creationId xmlns:a16="http://schemas.microsoft.com/office/drawing/2014/main" id="{8421FB70-C9C3-DD32-E9EC-8BC006D7335B}"/>
              </a:ext>
            </a:extLst>
          </p:cNvPr>
          <p:cNvSpPr txBox="1"/>
          <p:nvPr/>
        </p:nvSpPr>
        <p:spPr>
          <a:xfrm>
            <a:off x="415976" y="194222"/>
            <a:ext cx="749807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-VN" sz="2800" b="0" i="0" u="none" strike="noStrike" cap="none" dirty="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03</a:t>
            </a:r>
            <a:endParaRPr sz="2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195;p4">
            <a:extLst>
              <a:ext uri="{FF2B5EF4-FFF2-40B4-BE49-F238E27FC236}">
                <a16:creationId xmlns:a16="http://schemas.microsoft.com/office/drawing/2014/main" id="{667D26DF-C74C-93F6-9ADC-DF102976FD1E}"/>
              </a:ext>
            </a:extLst>
          </p:cNvPr>
          <p:cNvSpPr/>
          <p:nvPr/>
        </p:nvSpPr>
        <p:spPr>
          <a:xfrm>
            <a:off x="391046" y="318646"/>
            <a:ext cx="648000" cy="648000"/>
          </a:xfrm>
          <a:prstGeom prst="rect">
            <a:avLst/>
          </a:prstGeom>
          <a:noFill/>
          <a:ln w="9525" cap="flat" cmpd="sng">
            <a:solidFill>
              <a:srgbClr val="BA7C2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839616B-D52D-2FF8-90E5-302FDD15F5D3}"/>
              </a:ext>
            </a:extLst>
          </p:cNvPr>
          <p:cNvGrpSpPr/>
          <p:nvPr/>
        </p:nvGrpSpPr>
        <p:grpSpPr>
          <a:xfrm>
            <a:off x="175046" y="1287681"/>
            <a:ext cx="540000" cy="540000"/>
            <a:chOff x="6788899" y="7758299"/>
            <a:chExt cx="1461319" cy="1524174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A60859B3-584C-245E-2D19-6A92496986A7}"/>
                </a:ext>
              </a:extLst>
            </p:cNvPr>
            <p:cNvGrpSpPr/>
            <p:nvPr/>
          </p:nvGrpSpPr>
          <p:grpSpPr>
            <a:xfrm>
              <a:off x="6788899" y="7758299"/>
              <a:ext cx="1461319" cy="1524174"/>
              <a:chOff x="3048000" y="2933700"/>
              <a:chExt cx="2057400" cy="1981200"/>
            </a:xfrm>
          </p:grpSpPr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B13D4417-5C95-215A-9488-695FA2A3A250}"/>
                  </a:ext>
                </a:extLst>
              </p:cNvPr>
              <p:cNvSpPr/>
              <p:nvPr/>
            </p:nvSpPr>
            <p:spPr>
              <a:xfrm>
                <a:off x="3048000" y="2933700"/>
                <a:ext cx="2057400" cy="1981200"/>
              </a:xfrm>
              <a:prstGeom prst="ellipse">
                <a:avLst/>
              </a:prstGeom>
              <a:solidFill>
                <a:srgbClr val="92D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vi-VN" sz="2400"/>
              </a:p>
            </p:txBody>
          </p:sp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B3625D02-AABF-7019-ABAE-645C461B987E}"/>
                  </a:ext>
                </a:extLst>
              </p:cNvPr>
              <p:cNvSpPr/>
              <p:nvPr/>
            </p:nvSpPr>
            <p:spPr>
              <a:xfrm>
                <a:off x="3352800" y="3254618"/>
                <a:ext cx="1447800" cy="1339363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vi-VN" sz="2400"/>
              </a:p>
            </p:txBody>
          </p:sp>
        </p:grp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C765352E-A061-120F-2102-4C84D96F7823}"/>
                </a:ext>
              </a:extLst>
            </p:cNvPr>
            <p:cNvSpPr/>
            <p:nvPr/>
          </p:nvSpPr>
          <p:spPr>
            <a:xfrm>
              <a:off x="7200072" y="8199367"/>
              <a:ext cx="638972" cy="642035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2400"/>
            </a:p>
          </p:txBody>
        </p:sp>
      </p:grpSp>
      <p:sp>
        <p:nvSpPr>
          <p:cNvPr id="479" name="TextBox 478">
            <a:extLst>
              <a:ext uri="{FF2B5EF4-FFF2-40B4-BE49-F238E27FC236}">
                <a16:creationId xmlns:a16="http://schemas.microsoft.com/office/drawing/2014/main" id="{E13B6FC5-D8F6-A856-24C0-9C7D8690A8C5}"/>
              </a:ext>
            </a:extLst>
          </p:cNvPr>
          <p:cNvSpPr txBox="1"/>
          <p:nvPr/>
        </p:nvSpPr>
        <p:spPr>
          <a:xfrm>
            <a:off x="795046" y="1285380"/>
            <a:ext cx="6010887" cy="375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lnSpc>
                <a:spcPct val="150000"/>
              </a:lnSpc>
              <a:spcAft>
                <a:spcPts val="800"/>
              </a:spcAft>
              <a:buClr>
                <a:schemeClr val="accent5">
                  <a:lumMod val="75000"/>
                </a:schemeClr>
              </a:buClr>
            </a:pPr>
            <a:r>
              <a:rPr lang="vi-VN" b="1" kern="100" dirty="0">
                <a:solidFill>
                  <a:schemeClr val="bg1"/>
                </a:solidFill>
                <a:latin typeface="+mn-lt"/>
                <a:ea typeface="Aptos" panose="020B0004020202020204" pitchFamily="34" charset="0"/>
                <a:cs typeface="Arial" panose="020B0604020202020204" pitchFamily="34" charset="0"/>
              </a:rPr>
              <a:t>Huấn luyện mô hình</a:t>
            </a:r>
          </a:p>
        </p:txBody>
      </p:sp>
      <p:sp>
        <p:nvSpPr>
          <p:cNvPr id="534" name="TextBox 533">
            <a:extLst>
              <a:ext uri="{FF2B5EF4-FFF2-40B4-BE49-F238E27FC236}">
                <a16:creationId xmlns:a16="http://schemas.microsoft.com/office/drawing/2014/main" id="{676F5BB6-8CF6-711F-EABB-8975B7343EFD}"/>
              </a:ext>
            </a:extLst>
          </p:cNvPr>
          <p:cNvSpPr txBox="1"/>
          <p:nvPr/>
        </p:nvSpPr>
        <p:spPr>
          <a:xfrm>
            <a:off x="7526647" y="8815821"/>
            <a:ext cx="6010887" cy="375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lnSpc>
                <a:spcPct val="150000"/>
              </a:lnSpc>
              <a:spcAft>
                <a:spcPts val="800"/>
              </a:spcAft>
              <a:buClr>
                <a:schemeClr val="accent5">
                  <a:lumMod val="75000"/>
                </a:schemeClr>
              </a:buClr>
            </a:pPr>
            <a:r>
              <a:rPr lang="it-IT" b="1" kern="100">
                <a:solidFill>
                  <a:schemeClr val="bg1"/>
                </a:solidFill>
                <a:latin typeface="+mn-lt"/>
                <a:ea typeface="Aptos" panose="020B0004020202020204" pitchFamily="34" charset="0"/>
                <a:cs typeface="Arial" panose="020B0604020202020204" pitchFamily="34" charset="0"/>
              </a:rPr>
              <a:t>Công cụ: Visual Studio Code, Postman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27D26D0-4F50-24C4-1A97-CF054ABF1734}"/>
              </a:ext>
            </a:extLst>
          </p:cNvPr>
          <p:cNvSpPr txBox="1"/>
          <p:nvPr/>
        </p:nvSpPr>
        <p:spPr>
          <a:xfrm>
            <a:off x="635045" y="1660092"/>
            <a:ext cx="4546555" cy="6987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 algn="just">
              <a:lnSpc>
                <a:spcPct val="150000"/>
              </a:lnSpc>
              <a:spcAft>
                <a:spcPts val="800"/>
              </a:spcAft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q"/>
            </a:pPr>
            <a:r>
              <a:rPr lang="vi-VN" b="1" kern="100" dirty="0">
                <a:solidFill>
                  <a:schemeClr val="bg1"/>
                </a:solidFill>
                <a:ea typeface="Aptos" panose="020B0004020202020204" pitchFamily="34" charset="0"/>
                <a:cs typeface="Arial" panose="020B0604020202020204" pitchFamily="34" charset="0"/>
              </a:rPr>
              <a:t>Dữ liệu là chuỗi chuyển động thời gian, mô hình cần học được diễn biến hành động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9894FAC-6E00-04AE-9BEE-24C09367E917}"/>
              </a:ext>
            </a:extLst>
          </p:cNvPr>
          <p:cNvSpPr txBox="1"/>
          <p:nvPr/>
        </p:nvSpPr>
        <p:spPr>
          <a:xfrm>
            <a:off x="872159" y="2402980"/>
            <a:ext cx="4403226" cy="17708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 algn="just">
              <a:lnSpc>
                <a:spcPct val="150000"/>
              </a:lnSpc>
              <a:spcAft>
                <a:spcPts val="800"/>
              </a:spcAft>
              <a:buClr>
                <a:schemeClr val="accent5">
                  <a:lumMod val="75000"/>
                </a:schemeClr>
              </a:buClr>
              <a:buFont typeface="Courier New" panose="02070309020205020404" pitchFamily="49" charset="0"/>
              <a:buChar char="o"/>
            </a:pPr>
            <a:r>
              <a:rPr lang="vi-VN" b="1" kern="100" dirty="0">
                <a:solidFill>
                  <a:schemeClr val="bg1"/>
                </a:solidFill>
                <a:ea typeface="Aptos" panose="020B0004020202020204" pitchFamily="34" charset="0"/>
                <a:cs typeface="Arial" panose="020B0604020202020204" pitchFamily="34" charset="0"/>
              </a:rPr>
              <a:t>LSTM : Chỉ học 1 chiều (quá khứ -&gt; hiện tại) -&gt; Bỏ lỡ thông tin “tương lai” trong chuỗi</a:t>
            </a:r>
          </a:p>
          <a:p>
            <a:pPr marL="285750" lvl="0" indent="-285750" algn="just">
              <a:lnSpc>
                <a:spcPct val="150000"/>
              </a:lnSpc>
              <a:spcAft>
                <a:spcPts val="800"/>
              </a:spcAft>
              <a:buClr>
                <a:schemeClr val="accent5">
                  <a:lumMod val="75000"/>
                </a:schemeClr>
              </a:buClr>
              <a:buFont typeface="Courier New" panose="02070309020205020404" pitchFamily="49" charset="0"/>
              <a:buChar char="o"/>
            </a:pPr>
            <a:r>
              <a:rPr lang="vi-VN" b="1" kern="100" dirty="0" err="1">
                <a:solidFill>
                  <a:schemeClr val="bg1"/>
                </a:solidFill>
                <a:ea typeface="Aptos" panose="020B0004020202020204" pitchFamily="34" charset="0"/>
                <a:cs typeface="Arial" panose="020B0604020202020204" pitchFamily="34" charset="0"/>
              </a:rPr>
              <a:t>Transformer</a:t>
            </a:r>
            <a:r>
              <a:rPr lang="vi-VN" b="1" kern="100" dirty="0">
                <a:solidFill>
                  <a:schemeClr val="bg1"/>
                </a:solidFill>
                <a:ea typeface="Aptos" panose="020B0004020202020204" pitchFamily="34" charset="0"/>
                <a:cs typeface="Arial" panose="020B0604020202020204" pitchFamily="34" charset="0"/>
              </a:rPr>
              <a:t>: mạnh nhưng cần rất nhiều dữ liệu, tốn tài nguyên Không phù hợp với bài toán nhỏ / </a:t>
            </a:r>
            <a:r>
              <a:rPr lang="vi-VN" b="1" kern="100" dirty="0" err="1">
                <a:solidFill>
                  <a:schemeClr val="bg1"/>
                </a:solidFill>
                <a:ea typeface="Aptos" panose="020B0004020202020204" pitchFamily="34" charset="0"/>
                <a:cs typeface="Arial" panose="020B0604020202020204" pitchFamily="34" charset="0"/>
              </a:rPr>
              <a:t>real-time</a:t>
            </a:r>
            <a:endParaRPr lang="vi-VN" b="1" kern="100" dirty="0">
              <a:solidFill>
                <a:schemeClr val="bg1"/>
              </a:solidFill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80ADD06-67CA-0737-F089-FE4F98FD391A}"/>
              </a:ext>
            </a:extLst>
          </p:cNvPr>
          <p:cNvSpPr txBox="1"/>
          <p:nvPr/>
        </p:nvSpPr>
        <p:spPr>
          <a:xfrm>
            <a:off x="5703011" y="1597969"/>
            <a:ext cx="2993992" cy="18733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 algn="just">
              <a:lnSpc>
                <a:spcPct val="150000"/>
              </a:lnSpc>
              <a:spcAft>
                <a:spcPts val="800"/>
              </a:spcAft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vi-VN" b="1" kern="100" dirty="0" err="1">
                <a:solidFill>
                  <a:schemeClr val="bg1"/>
                </a:solidFill>
                <a:ea typeface="Aptos" panose="020B0004020202020204" pitchFamily="34" charset="0"/>
                <a:cs typeface="Arial" panose="020B0604020202020204" pitchFamily="34" charset="0"/>
              </a:rPr>
              <a:t>BiLSTM</a:t>
            </a:r>
            <a:r>
              <a:rPr lang="vi-VN" b="1" kern="100" dirty="0">
                <a:solidFill>
                  <a:schemeClr val="bg1"/>
                </a:solidFill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</a:p>
          <a:p>
            <a:pPr marL="285750" lvl="0" indent="-285750" algn="just">
              <a:lnSpc>
                <a:spcPct val="150000"/>
              </a:lnSpc>
              <a:spcAft>
                <a:spcPts val="800"/>
              </a:spcAft>
              <a:buClr>
                <a:schemeClr val="accent5">
                  <a:lumMod val="75000"/>
                </a:schemeClr>
              </a:buClr>
              <a:buFont typeface="Courier New" panose="02070309020205020404" pitchFamily="49" charset="0"/>
              <a:buChar char="o"/>
            </a:pPr>
            <a:r>
              <a:rPr lang="vi-VN" b="1" kern="100" dirty="0">
                <a:solidFill>
                  <a:schemeClr val="bg1"/>
                </a:solidFill>
                <a:ea typeface="Aptos" panose="020B0004020202020204" pitchFamily="34" charset="0"/>
                <a:cs typeface="Arial" panose="020B0604020202020204" pitchFamily="34" charset="0"/>
              </a:rPr>
              <a:t>Học 2 chiều (trước + sau) → hiểu toàn bộ hành động</a:t>
            </a:r>
          </a:p>
          <a:p>
            <a:pPr marL="285750" lvl="0" indent="-285750" algn="just">
              <a:lnSpc>
                <a:spcPct val="150000"/>
              </a:lnSpc>
              <a:spcAft>
                <a:spcPts val="800"/>
              </a:spcAft>
              <a:buClr>
                <a:schemeClr val="accent5">
                  <a:lumMod val="75000"/>
                </a:schemeClr>
              </a:buClr>
              <a:buFont typeface="Courier New" panose="02070309020205020404" pitchFamily="49" charset="0"/>
              <a:buChar char="o"/>
            </a:pPr>
            <a:r>
              <a:rPr lang="vi-VN" b="1" kern="100" dirty="0">
                <a:solidFill>
                  <a:schemeClr val="bg1"/>
                </a:solidFill>
                <a:ea typeface="Aptos" panose="020B0004020202020204" pitchFamily="34" charset="0"/>
                <a:cs typeface="Arial" panose="020B0604020202020204" pitchFamily="34" charset="0"/>
              </a:rPr>
              <a:t>Độ chính xác cao hơn LSTM thường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6884EF2-56CB-2579-CA3F-570B0CB40B1C}"/>
              </a:ext>
            </a:extLst>
          </p:cNvPr>
          <p:cNvSpPr/>
          <p:nvPr/>
        </p:nvSpPr>
        <p:spPr>
          <a:xfrm>
            <a:off x="5641599" y="1526647"/>
            <a:ext cx="3175415" cy="2144205"/>
          </a:xfrm>
          <a:prstGeom prst="rect">
            <a:avLst/>
          </a:prstGeom>
          <a:noFill/>
          <a:ln w="28575">
            <a:solidFill>
              <a:srgbClr val="FFCB4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>
              <a:ln>
                <a:solidFill>
                  <a:srgbClr val="C00000"/>
                </a:solidFill>
              </a:ln>
              <a:solidFill>
                <a:srgbClr val="C00000"/>
              </a:solidFill>
            </a:endParaRPr>
          </a:p>
        </p:txBody>
      </p:sp>
      <p:sp>
        <p:nvSpPr>
          <p:cNvPr id="3" name="Google Shape;158;p1">
            <a:extLst>
              <a:ext uri="{FF2B5EF4-FFF2-40B4-BE49-F238E27FC236}">
                <a16:creationId xmlns:a16="http://schemas.microsoft.com/office/drawing/2014/main" id="{6993FA16-2B6F-2FF7-5937-A454D1CAA2F3}"/>
              </a:ext>
            </a:extLst>
          </p:cNvPr>
          <p:cNvSpPr txBox="1"/>
          <p:nvPr/>
        </p:nvSpPr>
        <p:spPr>
          <a:xfrm>
            <a:off x="8569967" y="4504974"/>
            <a:ext cx="574034" cy="5043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just">
              <a:lnSpc>
                <a:spcPct val="150000"/>
              </a:lnSpc>
            </a:pPr>
            <a:r>
              <a:rPr lang="vi-VN" sz="2000" b="1" dirty="0">
                <a:solidFill>
                  <a:schemeClr val="bg1"/>
                </a:solidFill>
                <a:latin typeface="Montserrat" panose="00000500000000000000" pitchFamily="2" charset="-93"/>
                <a:sym typeface="Montserrat"/>
              </a:rPr>
              <a:t>09</a:t>
            </a:r>
            <a:endParaRPr sz="2000" b="1" dirty="0">
              <a:solidFill>
                <a:schemeClr val="bg1"/>
              </a:solidFill>
              <a:latin typeface="Montserrat" panose="00000500000000000000" pitchFamily="2" charset="-93"/>
              <a:sym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21389528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0">
          <a:extLst>
            <a:ext uri="{FF2B5EF4-FFF2-40B4-BE49-F238E27FC236}">
              <a16:creationId xmlns:a16="http://schemas.microsoft.com/office/drawing/2014/main" id="{1B6C0D2B-DFD6-6F69-4F92-2B42A4429D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0" descr="Nhận diện thương hiệu Logo HaUI">
            <a:extLst>
              <a:ext uri="{FF2B5EF4-FFF2-40B4-BE49-F238E27FC236}">
                <a16:creationId xmlns:a16="http://schemas.microsoft.com/office/drawing/2014/main" id="{15F4D8DD-2A6A-F6D0-10A0-BC5AF632DE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245" b="99657" l="343" r="99069">
                        <a14:foregroundMark x1="1415" y1="2252" x2="12206" y2="833"/>
                        <a14:foregroundMark x1="12206" y1="833" x2="83333" y2="1912"/>
                        <a14:foregroundMark x1="89020" y1="686" x2="88873" y2="19559"/>
                        <a14:foregroundMark x1="96324" y1="1667" x2="97108" y2="10588"/>
                        <a14:foregroundMark x1="98922" y1="95637" x2="93971" y2="97549"/>
                        <a14:foregroundMark x1="4118" y1="98529" x2="2843" y2="94657"/>
                        <a14:foregroundMark x1="1225" y1="89853" x2="7941" y2="88480"/>
                        <a14:foregroundMark x1="11814" y1="73333" x2="58578" y2="72059"/>
                        <a14:foregroundMark x1="58578" y1="72059" x2="79559" y2="73333"/>
                        <a14:foregroundMark x1="79559" y1="73333" x2="89804" y2="72892"/>
                        <a14:foregroundMark x1="89804" y1="72892" x2="90490" y2="72892"/>
                        <a14:foregroundMark x1="55784" y1="47549" x2="52206" y2="27304"/>
                        <a14:foregroundMark x1="45147" y1="21765" x2="43922" y2="11029"/>
                        <a14:foregroundMark x1="47108" y1="17892" x2="34412" y2="17108"/>
                        <a14:foregroundMark x1="77843" y1="92745" x2="89020" y2="91078"/>
                        <a14:foregroundMark x1="97549" y1="97990" x2="95490" y2="98529"/>
                        <a14:foregroundMark x1="91765" y1="99363" x2="86520" y2="99363"/>
                        <a14:foregroundMark x1="82108" y1="99363" x2="76176" y2="98284"/>
                        <a14:foregroundMark x1="75196" y1="99510" x2="66373" y2="99657"/>
                        <a14:foregroundMark x1="65686" y1="99657" x2="27402" y2="99216"/>
                        <a14:foregroundMark x1="26863" y1="98971" x2="5882" y2="99069"/>
                        <a14:foregroundMark x1="2843" y1="97990" x2="392" y2="93873"/>
                        <a14:foregroundMark x1="1324" y1="88480" x2="1324" y2="78284"/>
                        <a14:foregroundMark x1="931" y1="76765" x2="2598" y2="66765"/>
                        <a14:foregroundMark x1="2598" y1="66765" x2="1225" y2="61716"/>
                        <a14:foregroundMark x1="931" y1="67255" x2="931" y2="68333"/>
                        <a14:foregroundMark x1="931" y1="61471" x2="931" y2="54706"/>
                        <a14:foregroundMark x1="931" y1="49755" x2="637" y2="38186"/>
                        <a14:foregroundMark x1="1078" y1="35686" x2="637" y2="25931"/>
                        <a14:foregroundMark x1="931" y1="22745" x2="539" y2="9902"/>
                        <a14:foregroundMark x1="56324" y1="1373" x2="70686" y2="1373"/>
                        <a14:foregroundMark x1="74657" y1="1225" x2="85686" y2="1225"/>
                        <a14:foregroundMark x1="97010" y1="1814" x2="98382" y2="4951"/>
                        <a14:foregroundMark x1="98480" y1="6471" x2="99069" y2="14902"/>
                        <a14:foregroundMark x1="99069" y1="16667" x2="98922" y2="72353"/>
                        <a14:foregroundMark x1="98775" y1="74853" x2="99069" y2="91912"/>
                        <a14:backgroundMark x1="931" y1="98676" x2="98" y2="98529"/>
                        <a14:backgroundMark x1="1765" y1="1373" x2="539" y2="1373"/>
                        <a14:backgroundMark x1="99069" y1="980" x2="99069" y2="980"/>
                        <a14:backgroundMark x1="99069" y1="980" x2="99216" y2="980"/>
                        <a14:backgroundMark x1="98922" y1="98824" x2="99608" y2="9882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38174" y="23649"/>
            <a:ext cx="481995" cy="4568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Google Shape;178;p53">
            <a:extLst>
              <a:ext uri="{FF2B5EF4-FFF2-40B4-BE49-F238E27FC236}">
                <a16:creationId xmlns:a16="http://schemas.microsoft.com/office/drawing/2014/main" id="{9F4F4585-5EFE-3C29-0E53-93F5B753C10C}"/>
              </a:ext>
            </a:extLst>
          </p:cNvPr>
          <p:cNvSpPr txBox="1"/>
          <p:nvPr/>
        </p:nvSpPr>
        <p:spPr>
          <a:xfrm>
            <a:off x="1224203" y="-699202"/>
            <a:ext cx="4478808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EF860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Quy trình thực hiện</a:t>
            </a:r>
          </a:p>
        </p:txBody>
      </p:sp>
      <p:sp>
        <p:nvSpPr>
          <p:cNvPr id="24" name="Google Shape;194;p4">
            <a:extLst>
              <a:ext uri="{FF2B5EF4-FFF2-40B4-BE49-F238E27FC236}">
                <a16:creationId xmlns:a16="http://schemas.microsoft.com/office/drawing/2014/main" id="{49AAC3E5-F72A-9E75-6606-361045AEBF0B}"/>
              </a:ext>
            </a:extLst>
          </p:cNvPr>
          <p:cNvSpPr txBox="1"/>
          <p:nvPr/>
        </p:nvSpPr>
        <p:spPr>
          <a:xfrm>
            <a:off x="497256" y="-923378"/>
            <a:ext cx="749807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03</a:t>
            </a:r>
            <a:endParaRPr sz="2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195;p4">
            <a:extLst>
              <a:ext uri="{FF2B5EF4-FFF2-40B4-BE49-F238E27FC236}">
                <a16:creationId xmlns:a16="http://schemas.microsoft.com/office/drawing/2014/main" id="{5CDA5FE7-7162-39F3-833E-B259BD5F981A}"/>
              </a:ext>
            </a:extLst>
          </p:cNvPr>
          <p:cNvSpPr/>
          <p:nvPr/>
        </p:nvSpPr>
        <p:spPr>
          <a:xfrm>
            <a:off x="472326" y="-798954"/>
            <a:ext cx="648000" cy="648000"/>
          </a:xfrm>
          <a:prstGeom prst="rect">
            <a:avLst/>
          </a:prstGeom>
          <a:noFill/>
          <a:ln w="9525" cap="flat" cmpd="sng">
            <a:solidFill>
              <a:srgbClr val="BA7C2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178;p53">
            <a:extLst>
              <a:ext uri="{FF2B5EF4-FFF2-40B4-BE49-F238E27FC236}">
                <a16:creationId xmlns:a16="http://schemas.microsoft.com/office/drawing/2014/main" id="{40822303-A12E-E025-55C8-9C850F44A2FB}"/>
              </a:ext>
            </a:extLst>
          </p:cNvPr>
          <p:cNvSpPr txBox="1"/>
          <p:nvPr/>
        </p:nvSpPr>
        <p:spPr>
          <a:xfrm>
            <a:off x="1142923" y="418398"/>
            <a:ext cx="4478808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1"/>
            <a:r>
              <a:rPr lang="vi-VN" sz="2400" b="0" i="0" u="none" strike="noStrike" cap="none" dirty="0">
                <a:solidFill>
                  <a:srgbClr val="EF860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Quy trình thực hiện</a:t>
            </a:r>
            <a:endParaRPr sz="2400" b="0" i="0" u="none" strike="noStrike" cap="none" dirty="0">
              <a:solidFill>
                <a:srgbClr val="EF8600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27" name="Google Shape;194;p4">
            <a:extLst>
              <a:ext uri="{FF2B5EF4-FFF2-40B4-BE49-F238E27FC236}">
                <a16:creationId xmlns:a16="http://schemas.microsoft.com/office/drawing/2014/main" id="{B5CD48D7-43BB-7B2F-20D8-62B05C988341}"/>
              </a:ext>
            </a:extLst>
          </p:cNvPr>
          <p:cNvSpPr txBox="1"/>
          <p:nvPr/>
        </p:nvSpPr>
        <p:spPr>
          <a:xfrm>
            <a:off x="415976" y="194222"/>
            <a:ext cx="749807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-VN" sz="2800" b="0" i="0" u="none" strike="noStrike" cap="none" dirty="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03</a:t>
            </a:r>
            <a:endParaRPr sz="2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195;p4">
            <a:extLst>
              <a:ext uri="{FF2B5EF4-FFF2-40B4-BE49-F238E27FC236}">
                <a16:creationId xmlns:a16="http://schemas.microsoft.com/office/drawing/2014/main" id="{8604C206-62AF-17A4-7C46-1DAE02E6F4E2}"/>
              </a:ext>
            </a:extLst>
          </p:cNvPr>
          <p:cNvSpPr/>
          <p:nvPr/>
        </p:nvSpPr>
        <p:spPr>
          <a:xfrm>
            <a:off x="391046" y="318646"/>
            <a:ext cx="648000" cy="648000"/>
          </a:xfrm>
          <a:prstGeom prst="rect">
            <a:avLst/>
          </a:prstGeom>
          <a:noFill/>
          <a:ln w="9525" cap="flat" cmpd="sng">
            <a:solidFill>
              <a:srgbClr val="BA7C2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CCDBC9B-EC7E-D5D3-530D-2957D8F8F2F2}"/>
              </a:ext>
            </a:extLst>
          </p:cNvPr>
          <p:cNvGrpSpPr/>
          <p:nvPr/>
        </p:nvGrpSpPr>
        <p:grpSpPr>
          <a:xfrm>
            <a:off x="175046" y="1287681"/>
            <a:ext cx="540000" cy="540000"/>
            <a:chOff x="6788899" y="7758299"/>
            <a:chExt cx="1461319" cy="1524174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8C75DA0F-75CC-BAAD-B4CD-D6E71250FEC5}"/>
                </a:ext>
              </a:extLst>
            </p:cNvPr>
            <p:cNvGrpSpPr/>
            <p:nvPr/>
          </p:nvGrpSpPr>
          <p:grpSpPr>
            <a:xfrm>
              <a:off x="6788899" y="7758299"/>
              <a:ext cx="1461319" cy="1524174"/>
              <a:chOff x="3048000" y="2933700"/>
              <a:chExt cx="2057400" cy="1981200"/>
            </a:xfrm>
          </p:grpSpPr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96E7CF49-4FF0-E689-A5F9-6CBCE669AF4B}"/>
                  </a:ext>
                </a:extLst>
              </p:cNvPr>
              <p:cNvSpPr/>
              <p:nvPr/>
            </p:nvSpPr>
            <p:spPr>
              <a:xfrm>
                <a:off x="3048000" y="2933700"/>
                <a:ext cx="2057400" cy="1981200"/>
              </a:xfrm>
              <a:prstGeom prst="ellipse">
                <a:avLst/>
              </a:prstGeom>
              <a:solidFill>
                <a:srgbClr val="92D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vi-VN" sz="2400"/>
              </a:p>
            </p:txBody>
          </p:sp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6B9C14F5-A7EE-C4D2-6768-DB84EB41240C}"/>
                  </a:ext>
                </a:extLst>
              </p:cNvPr>
              <p:cNvSpPr/>
              <p:nvPr/>
            </p:nvSpPr>
            <p:spPr>
              <a:xfrm>
                <a:off x="3352800" y="3254618"/>
                <a:ext cx="1447800" cy="1339363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vi-VN" sz="2400"/>
              </a:p>
            </p:txBody>
          </p:sp>
        </p:grp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118A8178-173B-AD44-4690-59519685F34F}"/>
                </a:ext>
              </a:extLst>
            </p:cNvPr>
            <p:cNvSpPr/>
            <p:nvPr/>
          </p:nvSpPr>
          <p:spPr>
            <a:xfrm>
              <a:off x="7200072" y="8199367"/>
              <a:ext cx="638972" cy="642035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2400"/>
            </a:p>
          </p:txBody>
        </p:sp>
      </p:grpSp>
      <p:sp>
        <p:nvSpPr>
          <p:cNvPr id="479" name="TextBox 478">
            <a:extLst>
              <a:ext uri="{FF2B5EF4-FFF2-40B4-BE49-F238E27FC236}">
                <a16:creationId xmlns:a16="http://schemas.microsoft.com/office/drawing/2014/main" id="{DBA8927D-48F5-59F3-FA25-A46DFE4D5058}"/>
              </a:ext>
            </a:extLst>
          </p:cNvPr>
          <p:cNvSpPr txBox="1"/>
          <p:nvPr/>
        </p:nvSpPr>
        <p:spPr>
          <a:xfrm>
            <a:off x="795046" y="1285380"/>
            <a:ext cx="6010887" cy="375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lnSpc>
                <a:spcPct val="150000"/>
              </a:lnSpc>
              <a:spcAft>
                <a:spcPts val="800"/>
              </a:spcAft>
              <a:buClr>
                <a:schemeClr val="accent5">
                  <a:lumMod val="75000"/>
                </a:schemeClr>
              </a:buClr>
            </a:pPr>
            <a:r>
              <a:rPr lang="vi-VN" b="1" kern="100" dirty="0">
                <a:solidFill>
                  <a:schemeClr val="bg1"/>
                </a:solidFill>
                <a:latin typeface="+mn-lt"/>
                <a:ea typeface="Aptos" panose="020B0004020202020204" pitchFamily="34" charset="0"/>
                <a:cs typeface="Arial" panose="020B0604020202020204" pitchFamily="34" charset="0"/>
              </a:rPr>
              <a:t>Huấn luyện mô hình</a:t>
            </a:r>
          </a:p>
        </p:txBody>
      </p:sp>
      <p:sp>
        <p:nvSpPr>
          <p:cNvPr id="534" name="TextBox 533">
            <a:extLst>
              <a:ext uri="{FF2B5EF4-FFF2-40B4-BE49-F238E27FC236}">
                <a16:creationId xmlns:a16="http://schemas.microsoft.com/office/drawing/2014/main" id="{5A6EB0E8-333E-8437-A0AE-FB0793DDFD7E}"/>
              </a:ext>
            </a:extLst>
          </p:cNvPr>
          <p:cNvSpPr txBox="1"/>
          <p:nvPr/>
        </p:nvSpPr>
        <p:spPr>
          <a:xfrm>
            <a:off x="7526647" y="8815821"/>
            <a:ext cx="6010887" cy="375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lnSpc>
                <a:spcPct val="150000"/>
              </a:lnSpc>
              <a:spcAft>
                <a:spcPts val="800"/>
              </a:spcAft>
              <a:buClr>
                <a:schemeClr val="accent5">
                  <a:lumMod val="75000"/>
                </a:schemeClr>
              </a:buClr>
            </a:pPr>
            <a:r>
              <a:rPr lang="it-IT" b="1" kern="100">
                <a:solidFill>
                  <a:schemeClr val="bg1"/>
                </a:solidFill>
                <a:latin typeface="+mn-lt"/>
                <a:ea typeface="Aptos" panose="020B0004020202020204" pitchFamily="34" charset="0"/>
                <a:cs typeface="Arial" panose="020B0604020202020204" pitchFamily="34" charset="0"/>
              </a:rPr>
              <a:t>Công cụ: Visual Studio Code, Postman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45B692B-0946-C8C4-CAA3-AE2AA2C4784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2159" y="1754962"/>
            <a:ext cx="7181595" cy="2857856"/>
          </a:xfrm>
          <a:prstGeom prst="rect">
            <a:avLst/>
          </a:prstGeom>
        </p:spPr>
      </p:pic>
      <p:sp>
        <p:nvSpPr>
          <p:cNvPr id="4" name="Google Shape;158;p1">
            <a:extLst>
              <a:ext uri="{FF2B5EF4-FFF2-40B4-BE49-F238E27FC236}">
                <a16:creationId xmlns:a16="http://schemas.microsoft.com/office/drawing/2014/main" id="{188F7D96-9229-8EF4-B9C2-FC66BB6258DE}"/>
              </a:ext>
            </a:extLst>
          </p:cNvPr>
          <p:cNvSpPr txBox="1"/>
          <p:nvPr/>
        </p:nvSpPr>
        <p:spPr>
          <a:xfrm>
            <a:off x="8638174" y="4431305"/>
            <a:ext cx="728871" cy="5043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just">
              <a:lnSpc>
                <a:spcPct val="150000"/>
              </a:lnSpc>
            </a:pPr>
            <a:r>
              <a:rPr lang="vi-VN" sz="2000" b="1" dirty="0">
                <a:solidFill>
                  <a:schemeClr val="bg1"/>
                </a:solidFill>
                <a:latin typeface="Montserrat" panose="00000500000000000000" pitchFamily="2" charset="-93"/>
                <a:sym typeface="Montserrat"/>
              </a:rPr>
              <a:t>10</a:t>
            </a:r>
            <a:endParaRPr sz="2000" b="1" dirty="0">
              <a:solidFill>
                <a:schemeClr val="bg1"/>
              </a:solidFill>
              <a:latin typeface="Montserrat" panose="00000500000000000000" pitchFamily="2" charset="-93"/>
              <a:sym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20726598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0">
          <a:extLst>
            <a:ext uri="{FF2B5EF4-FFF2-40B4-BE49-F238E27FC236}">
              <a16:creationId xmlns:a16="http://schemas.microsoft.com/office/drawing/2014/main" id="{35E8A566-B262-2AE1-5D0D-B621440000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0" descr="Nhận diện thương hiệu Logo HaUI">
            <a:extLst>
              <a:ext uri="{FF2B5EF4-FFF2-40B4-BE49-F238E27FC236}">
                <a16:creationId xmlns:a16="http://schemas.microsoft.com/office/drawing/2014/main" id="{F4D752B2-6A59-1B21-10DD-99D4ABEA58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245" b="99657" l="343" r="99069">
                        <a14:foregroundMark x1="1415" y1="2252" x2="12206" y2="833"/>
                        <a14:foregroundMark x1="12206" y1="833" x2="83333" y2="1912"/>
                        <a14:foregroundMark x1="89020" y1="686" x2="88873" y2="19559"/>
                        <a14:foregroundMark x1="96324" y1="1667" x2="97108" y2="10588"/>
                        <a14:foregroundMark x1="98922" y1="95637" x2="93971" y2="97549"/>
                        <a14:foregroundMark x1="4118" y1="98529" x2="2843" y2="94657"/>
                        <a14:foregroundMark x1="1225" y1="89853" x2="7941" y2="88480"/>
                        <a14:foregroundMark x1="11814" y1="73333" x2="58578" y2="72059"/>
                        <a14:foregroundMark x1="58578" y1="72059" x2="79559" y2="73333"/>
                        <a14:foregroundMark x1="79559" y1="73333" x2="89804" y2="72892"/>
                        <a14:foregroundMark x1="89804" y1="72892" x2="90490" y2="72892"/>
                        <a14:foregroundMark x1="55784" y1="47549" x2="52206" y2="27304"/>
                        <a14:foregroundMark x1="45147" y1="21765" x2="43922" y2="11029"/>
                        <a14:foregroundMark x1="47108" y1="17892" x2="34412" y2="17108"/>
                        <a14:foregroundMark x1="77843" y1="92745" x2="89020" y2="91078"/>
                        <a14:foregroundMark x1="97549" y1="97990" x2="95490" y2="98529"/>
                        <a14:foregroundMark x1="91765" y1="99363" x2="86520" y2="99363"/>
                        <a14:foregroundMark x1="82108" y1="99363" x2="76176" y2="98284"/>
                        <a14:foregroundMark x1="75196" y1="99510" x2="66373" y2="99657"/>
                        <a14:foregroundMark x1="65686" y1="99657" x2="27402" y2="99216"/>
                        <a14:foregroundMark x1="26863" y1="98971" x2="5882" y2="99069"/>
                        <a14:foregroundMark x1="2843" y1="97990" x2="392" y2="93873"/>
                        <a14:foregroundMark x1="1324" y1="88480" x2="1324" y2="78284"/>
                        <a14:foregroundMark x1="931" y1="76765" x2="2598" y2="66765"/>
                        <a14:foregroundMark x1="2598" y1="66765" x2="1225" y2="61716"/>
                        <a14:foregroundMark x1="931" y1="67255" x2="931" y2="68333"/>
                        <a14:foregroundMark x1="931" y1="61471" x2="931" y2="54706"/>
                        <a14:foregroundMark x1="931" y1="49755" x2="637" y2="38186"/>
                        <a14:foregroundMark x1="1078" y1="35686" x2="637" y2="25931"/>
                        <a14:foregroundMark x1="931" y1="22745" x2="539" y2="9902"/>
                        <a14:foregroundMark x1="56324" y1="1373" x2="70686" y2="1373"/>
                        <a14:foregroundMark x1="74657" y1="1225" x2="85686" y2="1225"/>
                        <a14:foregroundMark x1="97010" y1="1814" x2="98382" y2="4951"/>
                        <a14:foregroundMark x1="98480" y1="6471" x2="99069" y2="14902"/>
                        <a14:foregroundMark x1="99069" y1="16667" x2="98922" y2="72353"/>
                        <a14:foregroundMark x1="98775" y1="74853" x2="99069" y2="91912"/>
                        <a14:backgroundMark x1="931" y1="98676" x2="98" y2="98529"/>
                        <a14:backgroundMark x1="1765" y1="1373" x2="539" y2="1373"/>
                        <a14:backgroundMark x1="99069" y1="980" x2="99069" y2="980"/>
                        <a14:backgroundMark x1="99069" y1="980" x2="99216" y2="980"/>
                        <a14:backgroundMark x1="98922" y1="98824" x2="99608" y2="9882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38174" y="23649"/>
            <a:ext cx="481995" cy="4568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Google Shape;178;p53">
            <a:extLst>
              <a:ext uri="{FF2B5EF4-FFF2-40B4-BE49-F238E27FC236}">
                <a16:creationId xmlns:a16="http://schemas.microsoft.com/office/drawing/2014/main" id="{92A74AB3-9BE1-0C00-95FB-C0B1DBC50F9F}"/>
              </a:ext>
            </a:extLst>
          </p:cNvPr>
          <p:cNvSpPr txBox="1"/>
          <p:nvPr/>
        </p:nvSpPr>
        <p:spPr>
          <a:xfrm>
            <a:off x="1224203" y="-699202"/>
            <a:ext cx="4478808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EF860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Quy trình thực hiện</a:t>
            </a:r>
          </a:p>
        </p:txBody>
      </p:sp>
      <p:sp>
        <p:nvSpPr>
          <p:cNvPr id="24" name="Google Shape;194;p4">
            <a:extLst>
              <a:ext uri="{FF2B5EF4-FFF2-40B4-BE49-F238E27FC236}">
                <a16:creationId xmlns:a16="http://schemas.microsoft.com/office/drawing/2014/main" id="{4AF5E428-0453-62E1-B16E-68864F224D72}"/>
              </a:ext>
            </a:extLst>
          </p:cNvPr>
          <p:cNvSpPr txBox="1"/>
          <p:nvPr/>
        </p:nvSpPr>
        <p:spPr>
          <a:xfrm>
            <a:off x="497256" y="-923378"/>
            <a:ext cx="749807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03</a:t>
            </a:r>
            <a:endParaRPr sz="2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195;p4">
            <a:extLst>
              <a:ext uri="{FF2B5EF4-FFF2-40B4-BE49-F238E27FC236}">
                <a16:creationId xmlns:a16="http://schemas.microsoft.com/office/drawing/2014/main" id="{6E9FF7C6-260B-B626-0F1A-3A9BBB33E886}"/>
              </a:ext>
            </a:extLst>
          </p:cNvPr>
          <p:cNvSpPr/>
          <p:nvPr/>
        </p:nvSpPr>
        <p:spPr>
          <a:xfrm>
            <a:off x="472326" y="-798954"/>
            <a:ext cx="648000" cy="648000"/>
          </a:xfrm>
          <a:prstGeom prst="rect">
            <a:avLst/>
          </a:prstGeom>
          <a:noFill/>
          <a:ln w="9525" cap="flat" cmpd="sng">
            <a:solidFill>
              <a:srgbClr val="BA7C2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178;p53">
            <a:extLst>
              <a:ext uri="{FF2B5EF4-FFF2-40B4-BE49-F238E27FC236}">
                <a16:creationId xmlns:a16="http://schemas.microsoft.com/office/drawing/2014/main" id="{F8D033B3-4151-51DE-0B08-8D3B846D81C0}"/>
              </a:ext>
            </a:extLst>
          </p:cNvPr>
          <p:cNvSpPr txBox="1"/>
          <p:nvPr/>
        </p:nvSpPr>
        <p:spPr>
          <a:xfrm>
            <a:off x="1142923" y="418398"/>
            <a:ext cx="4478808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1"/>
            <a:r>
              <a:rPr lang="vi-VN" sz="2400" b="0" i="0" u="none" strike="noStrike" cap="none" dirty="0">
                <a:solidFill>
                  <a:srgbClr val="EF860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Quy trình thực hiện</a:t>
            </a:r>
            <a:endParaRPr sz="2400" b="0" i="0" u="none" strike="noStrike" cap="none" dirty="0">
              <a:solidFill>
                <a:srgbClr val="EF8600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27" name="Google Shape;194;p4">
            <a:extLst>
              <a:ext uri="{FF2B5EF4-FFF2-40B4-BE49-F238E27FC236}">
                <a16:creationId xmlns:a16="http://schemas.microsoft.com/office/drawing/2014/main" id="{A153D95A-B863-98E4-3109-4E3D99D5D758}"/>
              </a:ext>
            </a:extLst>
          </p:cNvPr>
          <p:cNvSpPr txBox="1"/>
          <p:nvPr/>
        </p:nvSpPr>
        <p:spPr>
          <a:xfrm>
            <a:off x="415976" y="194222"/>
            <a:ext cx="749807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-VN" sz="2800" b="0" i="0" u="none" strike="noStrike" cap="none" dirty="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03</a:t>
            </a:r>
            <a:endParaRPr sz="2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195;p4">
            <a:extLst>
              <a:ext uri="{FF2B5EF4-FFF2-40B4-BE49-F238E27FC236}">
                <a16:creationId xmlns:a16="http://schemas.microsoft.com/office/drawing/2014/main" id="{6D9C414B-4531-7BE9-1226-3E0E7BEE4339}"/>
              </a:ext>
            </a:extLst>
          </p:cNvPr>
          <p:cNvSpPr/>
          <p:nvPr/>
        </p:nvSpPr>
        <p:spPr>
          <a:xfrm>
            <a:off x="391046" y="318646"/>
            <a:ext cx="648000" cy="648000"/>
          </a:xfrm>
          <a:prstGeom prst="rect">
            <a:avLst/>
          </a:prstGeom>
          <a:noFill/>
          <a:ln w="9525" cap="flat" cmpd="sng">
            <a:solidFill>
              <a:srgbClr val="BA7C2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08D25BD7-1D3D-409D-179B-7DB337A4DE9F}"/>
              </a:ext>
            </a:extLst>
          </p:cNvPr>
          <p:cNvGrpSpPr/>
          <p:nvPr/>
        </p:nvGrpSpPr>
        <p:grpSpPr>
          <a:xfrm>
            <a:off x="175046" y="1323645"/>
            <a:ext cx="540000" cy="540000"/>
            <a:chOff x="6788899" y="7758299"/>
            <a:chExt cx="1461319" cy="1524174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5407133D-DE04-0F1B-1CDB-920C83C062C4}"/>
                </a:ext>
              </a:extLst>
            </p:cNvPr>
            <p:cNvGrpSpPr/>
            <p:nvPr/>
          </p:nvGrpSpPr>
          <p:grpSpPr>
            <a:xfrm>
              <a:off x="6788899" y="7758299"/>
              <a:ext cx="1461319" cy="1524174"/>
              <a:chOff x="3048000" y="2933700"/>
              <a:chExt cx="2057400" cy="1981200"/>
            </a:xfrm>
          </p:grpSpPr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F4D5EFEB-3A37-100A-1562-B97B2E0ACC2C}"/>
                  </a:ext>
                </a:extLst>
              </p:cNvPr>
              <p:cNvSpPr/>
              <p:nvPr/>
            </p:nvSpPr>
            <p:spPr>
              <a:xfrm>
                <a:off x="3048000" y="2933700"/>
                <a:ext cx="2057400" cy="1981200"/>
              </a:xfrm>
              <a:prstGeom prst="ellipse">
                <a:avLst/>
              </a:prstGeom>
              <a:solidFill>
                <a:srgbClr val="92D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vi-VN" sz="2400"/>
              </a:p>
            </p:txBody>
          </p:sp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1B1A8933-6739-B055-97A0-D2AA8439E52C}"/>
                  </a:ext>
                </a:extLst>
              </p:cNvPr>
              <p:cNvSpPr/>
              <p:nvPr/>
            </p:nvSpPr>
            <p:spPr>
              <a:xfrm>
                <a:off x="3352800" y="3254618"/>
                <a:ext cx="1447800" cy="1339363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vi-VN" sz="2400"/>
              </a:p>
            </p:txBody>
          </p:sp>
        </p:grp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E770A5DA-1EB8-B878-F1AA-C02AA504F1E9}"/>
                </a:ext>
              </a:extLst>
            </p:cNvPr>
            <p:cNvSpPr/>
            <p:nvPr/>
          </p:nvSpPr>
          <p:spPr>
            <a:xfrm>
              <a:off x="7200072" y="8199367"/>
              <a:ext cx="638972" cy="642035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2400"/>
            </a:p>
          </p:txBody>
        </p:sp>
      </p:grpSp>
      <p:sp>
        <p:nvSpPr>
          <p:cNvPr id="479" name="TextBox 478">
            <a:extLst>
              <a:ext uri="{FF2B5EF4-FFF2-40B4-BE49-F238E27FC236}">
                <a16:creationId xmlns:a16="http://schemas.microsoft.com/office/drawing/2014/main" id="{F4E0A440-3C40-0542-2CF2-26E73137F360}"/>
              </a:ext>
            </a:extLst>
          </p:cNvPr>
          <p:cNvSpPr txBox="1"/>
          <p:nvPr/>
        </p:nvSpPr>
        <p:spPr>
          <a:xfrm>
            <a:off x="795046" y="1285380"/>
            <a:ext cx="6010887" cy="375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lnSpc>
                <a:spcPct val="150000"/>
              </a:lnSpc>
              <a:spcAft>
                <a:spcPts val="800"/>
              </a:spcAft>
              <a:buClr>
                <a:schemeClr val="accent5">
                  <a:lumMod val="75000"/>
                </a:schemeClr>
              </a:buClr>
            </a:pPr>
            <a:r>
              <a:rPr lang="vi-VN" b="1" kern="100" dirty="0">
                <a:solidFill>
                  <a:schemeClr val="bg1"/>
                </a:solidFill>
                <a:latin typeface="+mn-lt"/>
                <a:ea typeface="Aptos" panose="020B0004020202020204" pitchFamily="34" charset="0"/>
                <a:cs typeface="Arial" panose="020B0604020202020204" pitchFamily="34" charset="0"/>
              </a:rPr>
              <a:t>Huấn luyện mô hình</a:t>
            </a:r>
          </a:p>
        </p:txBody>
      </p:sp>
      <p:sp>
        <p:nvSpPr>
          <p:cNvPr id="534" name="TextBox 533">
            <a:extLst>
              <a:ext uri="{FF2B5EF4-FFF2-40B4-BE49-F238E27FC236}">
                <a16:creationId xmlns:a16="http://schemas.microsoft.com/office/drawing/2014/main" id="{5F3A1593-950A-D24D-5D47-F8864BFE3932}"/>
              </a:ext>
            </a:extLst>
          </p:cNvPr>
          <p:cNvSpPr txBox="1"/>
          <p:nvPr/>
        </p:nvSpPr>
        <p:spPr>
          <a:xfrm>
            <a:off x="7526647" y="8815821"/>
            <a:ext cx="6010887" cy="375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lnSpc>
                <a:spcPct val="150000"/>
              </a:lnSpc>
              <a:spcAft>
                <a:spcPts val="800"/>
              </a:spcAft>
              <a:buClr>
                <a:schemeClr val="accent5">
                  <a:lumMod val="75000"/>
                </a:schemeClr>
              </a:buClr>
            </a:pPr>
            <a:r>
              <a:rPr lang="it-IT" b="1" kern="100">
                <a:solidFill>
                  <a:schemeClr val="bg1"/>
                </a:solidFill>
                <a:latin typeface="+mn-lt"/>
                <a:ea typeface="Aptos" panose="020B0004020202020204" pitchFamily="34" charset="0"/>
                <a:cs typeface="Arial" panose="020B0604020202020204" pitchFamily="34" charset="0"/>
              </a:rPr>
              <a:t>Công cụ: Visual Studio Code, Postman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61D5C49-C1B1-974D-7E3F-2485CEA223EB}"/>
              </a:ext>
            </a:extLst>
          </p:cNvPr>
          <p:cNvSpPr txBox="1"/>
          <p:nvPr/>
        </p:nvSpPr>
        <p:spPr>
          <a:xfrm>
            <a:off x="488971" y="1783706"/>
            <a:ext cx="1894827" cy="16528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lnSpc>
                <a:spcPct val="150000"/>
              </a:lnSpc>
              <a:spcAft>
                <a:spcPts val="800"/>
              </a:spcAft>
              <a:buClr>
                <a:schemeClr val="accent5">
                  <a:lumMod val="75000"/>
                </a:schemeClr>
              </a:buClr>
            </a:pPr>
            <a:r>
              <a:rPr lang="vi-VN" b="1" kern="100" dirty="0">
                <a:solidFill>
                  <a:schemeClr val="bg1"/>
                </a:solidFill>
                <a:latin typeface="+mn-lt"/>
                <a:ea typeface="Aptos" panose="020B0004020202020204" pitchFamily="34" charset="0"/>
                <a:cs typeface="Arial" panose="020B0604020202020204" pitchFamily="34" charset="0"/>
              </a:rPr>
              <a:t>📊 </a:t>
            </a:r>
            <a:r>
              <a:rPr lang="vi-VN" b="1" kern="100" dirty="0" err="1">
                <a:solidFill>
                  <a:schemeClr val="bg1"/>
                </a:solidFill>
                <a:latin typeface="+mn-lt"/>
                <a:ea typeface="Aptos" panose="020B0004020202020204" pitchFamily="34" charset="0"/>
                <a:cs typeface="Arial" panose="020B0604020202020204" pitchFamily="34" charset="0"/>
              </a:rPr>
              <a:t>Training</a:t>
            </a:r>
            <a:endParaRPr lang="vi-VN" b="1" kern="100" dirty="0">
              <a:solidFill>
                <a:schemeClr val="bg1"/>
              </a:solidFill>
              <a:latin typeface="+mn-lt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285750" lvl="2" indent="-285750" algn="just">
              <a:lnSpc>
                <a:spcPct val="150000"/>
              </a:lnSpc>
              <a:spcAft>
                <a:spcPts val="800"/>
              </a:spcAft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q"/>
            </a:pPr>
            <a:r>
              <a:rPr lang="vi-VN" kern="100" dirty="0" err="1">
                <a:solidFill>
                  <a:schemeClr val="bg1"/>
                </a:solidFill>
                <a:latin typeface="+mn-lt"/>
                <a:ea typeface="Aptos" panose="020B0004020202020204" pitchFamily="34" charset="0"/>
                <a:cs typeface="Arial" panose="020B0604020202020204" pitchFamily="34" charset="0"/>
              </a:rPr>
              <a:t>Epochs</a:t>
            </a:r>
            <a:r>
              <a:rPr lang="vi-VN" kern="100" dirty="0">
                <a:solidFill>
                  <a:schemeClr val="bg1"/>
                </a:solidFill>
                <a:latin typeface="+mn-lt"/>
                <a:ea typeface="Aptos" panose="020B0004020202020204" pitchFamily="34" charset="0"/>
                <a:cs typeface="Arial" panose="020B0604020202020204" pitchFamily="34" charset="0"/>
              </a:rPr>
              <a:t>: 100</a:t>
            </a:r>
          </a:p>
          <a:p>
            <a:pPr marL="285750" lvl="1" indent="-285750" algn="just">
              <a:lnSpc>
                <a:spcPct val="150000"/>
              </a:lnSpc>
              <a:spcAft>
                <a:spcPts val="800"/>
              </a:spcAft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q"/>
            </a:pPr>
            <a:r>
              <a:rPr lang="vi-VN" kern="100" dirty="0" err="1">
                <a:solidFill>
                  <a:schemeClr val="bg1"/>
                </a:solidFill>
                <a:latin typeface="+mn-lt"/>
                <a:ea typeface="Aptos" panose="020B0004020202020204" pitchFamily="34" charset="0"/>
                <a:cs typeface="Arial" panose="020B0604020202020204" pitchFamily="34" charset="0"/>
              </a:rPr>
              <a:t>Batch</a:t>
            </a:r>
            <a:r>
              <a:rPr lang="vi-VN" kern="100" dirty="0">
                <a:solidFill>
                  <a:schemeClr val="bg1"/>
                </a:solidFill>
                <a:latin typeface="+mn-lt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vi-VN" kern="100" dirty="0" err="1">
                <a:solidFill>
                  <a:schemeClr val="bg1"/>
                </a:solidFill>
                <a:latin typeface="+mn-lt"/>
                <a:ea typeface="Aptos" panose="020B0004020202020204" pitchFamily="34" charset="0"/>
                <a:cs typeface="Arial" panose="020B0604020202020204" pitchFamily="34" charset="0"/>
              </a:rPr>
              <a:t>size</a:t>
            </a:r>
            <a:r>
              <a:rPr lang="vi-VN" kern="100" dirty="0">
                <a:solidFill>
                  <a:schemeClr val="bg1"/>
                </a:solidFill>
                <a:latin typeface="+mn-lt"/>
                <a:ea typeface="Aptos" panose="020B0004020202020204" pitchFamily="34" charset="0"/>
                <a:cs typeface="Arial" panose="020B0604020202020204" pitchFamily="34" charset="0"/>
              </a:rPr>
              <a:t>: 256</a:t>
            </a:r>
          </a:p>
          <a:p>
            <a:pPr lvl="0" algn="just">
              <a:lnSpc>
                <a:spcPct val="150000"/>
              </a:lnSpc>
              <a:spcAft>
                <a:spcPts val="800"/>
              </a:spcAft>
              <a:buClr>
                <a:schemeClr val="accent5">
                  <a:lumMod val="75000"/>
                </a:schemeClr>
              </a:buClr>
            </a:pPr>
            <a:endParaRPr lang="vi-VN" b="1" kern="100" dirty="0">
              <a:solidFill>
                <a:schemeClr val="bg1"/>
              </a:solidFill>
              <a:latin typeface="+mn-lt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D0E9446-0F87-67D8-4196-F6A3D020251E}"/>
              </a:ext>
            </a:extLst>
          </p:cNvPr>
          <p:cNvSpPr txBox="1"/>
          <p:nvPr/>
        </p:nvSpPr>
        <p:spPr>
          <a:xfrm>
            <a:off x="5797480" y="1671961"/>
            <a:ext cx="3171474" cy="25043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lnSpc>
                <a:spcPct val="150000"/>
              </a:lnSpc>
              <a:spcAft>
                <a:spcPts val="800"/>
              </a:spcAft>
              <a:buClr>
                <a:schemeClr val="accent5">
                  <a:lumMod val="75000"/>
                </a:schemeClr>
              </a:buClr>
            </a:pPr>
            <a:r>
              <a:rPr lang="vi-VN" b="1" kern="100" dirty="0">
                <a:solidFill>
                  <a:schemeClr val="bg1"/>
                </a:solidFill>
                <a:ea typeface="Aptos" panose="020B0004020202020204" pitchFamily="34" charset="0"/>
                <a:cs typeface="Arial" panose="020B0604020202020204" pitchFamily="34" charset="0"/>
              </a:rPr>
              <a:t>🔄 </a:t>
            </a:r>
            <a:r>
              <a:rPr lang="vi-VN" b="1" kern="100" dirty="0" err="1">
                <a:solidFill>
                  <a:schemeClr val="bg1"/>
                </a:solidFill>
                <a:ea typeface="Aptos" panose="020B0004020202020204" pitchFamily="34" charset="0"/>
                <a:cs typeface="Arial" panose="020B0604020202020204" pitchFamily="34" charset="0"/>
              </a:rPr>
              <a:t>Callback</a:t>
            </a:r>
            <a:endParaRPr lang="vi-VN" b="1" kern="100" dirty="0">
              <a:solidFill>
                <a:schemeClr val="bg1"/>
              </a:solidFill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285750" lvl="0" indent="-285750" algn="just">
              <a:lnSpc>
                <a:spcPct val="150000"/>
              </a:lnSpc>
              <a:spcAft>
                <a:spcPts val="800"/>
              </a:spcAft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q"/>
            </a:pPr>
            <a:r>
              <a:rPr lang="vi-VN" kern="100" dirty="0" err="1">
                <a:solidFill>
                  <a:schemeClr val="bg1"/>
                </a:solidFill>
                <a:ea typeface="Aptos" panose="020B0004020202020204" pitchFamily="34" charset="0"/>
                <a:cs typeface="Arial" panose="020B0604020202020204" pitchFamily="34" charset="0"/>
              </a:rPr>
              <a:t>EarlyStopping</a:t>
            </a:r>
            <a:r>
              <a:rPr lang="vi-VN" kern="100" dirty="0">
                <a:solidFill>
                  <a:schemeClr val="bg1"/>
                </a:solidFill>
                <a:ea typeface="Aptos" panose="020B0004020202020204" pitchFamily="34" charset="0"/>
                <a:cs typeface="Arial" panose="020B0604020202020204" pitchFamily="34" charset="0"/>
              </a:rPr>
              <a:t>: </a:t>
            </a:r>
            <a:r>
              <a:rPr lang="vi-VN" kern="100" dirty="0" err="1">
                <a:solidFill>
                  <a:schemeClr val="bg1"/>
                </a:solidFill>
                <a:ea typeface="Aptos" panose="020B0004020202020204" pitchFamily="34" charset="0"/>
                <a:cs typeface="Arial" panose="020B0604020202020204" pitchFamily="34" charset="0"/>
              </a:rPr>
              <a:t>patience</a:t>
            </a:r>
            <a:r>
              <a:rPr lang="vi-VN" kern="100" dirty="0">
                <a:solidFill>
                  <a:schemeClr val="bg1"/>
                </a:solidFill>
                <a:ea typeface="Aptos" panose="020B0004020202020204" pitchFamily="34" charset="0"/>
                <a:cs typeface="Arial" panose="020B0604020202020204" pitchFamily="34" charset="0"/>
              </a:rPr>
              <a:t> = 15</a:t>
            </a:r>
          </a:p>
          <a:p>
            <a:pPr marL="285750" lvl="0" indent="-285750" algn="just">
              <a:lnSpc>
                <a:spcPct val="150000"/>
              </a:lnSpc>
              <a:spcAft>
                <a:spcPts val="800"/>
              </a:spcAft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q"/>
            </a:pPr>
            <a:r>
              <a:rPr lang="vi-VN" kern="100" dirty="0" err="1">
                <a:solidFill>
                  <a:schemeClr val="bg1"/>
                </a:solidFill>
                <a:ea typeface="Aptos" panose="020B0004020202020204" pitchFamily="34" charset="0"/>
                <a:cs typeface="Arial" panose="020B0604020202020204" pitchFamily="34" charset="0"/>
              </a:rPr>
              <a:t>ReduceLROnPlateau</a:t>
            </a:r>
            <a:r>
              <a:rPr lang="vi-VN" kern="100" dirty="0">
                <a:solidFill>
                  <a:schemeClr val="bg1"/>
                </a:solidFill>
                <a:ea typeface="Aptos" panose="020B0004020202020204" pitchFamily="34" charset="0"/>
                <a:cs typeface="Arial" panose="020B0604020202020204" pitchFamily="34" charset="0"/>
              </a:rPr>
              <a:t>:</a:t>
            </a:r>
          </a:p>
          <a:p>
            <a:pPr marL="285750" lvl="0" indent="-285750" algn="just">
              <a:lnSpc>
                <a:spcPct val="150000"/>
              </a:lnSpc>
              <a:spcAft>
                <a:spcPts val="800"/>
              </a:spcAft>
              <a:buClr>
                <a:schemeClr val="accent5">
                  <a:lumMod val="75000"/>
                </a:schemeClr>
              </a:buClr>
              <a:buFont typeface="Courier New" panose="02070309020205020404" pitchFamily="49" charset="0"/>
              <a:buChar char="o"/>
            </a:pPr>
            <a:r>
              <a:rPr lang="vi-VN" kern="100" dirty="0" err="1">
                <a:solidFill>
                  <a:schemeClr val="bg1"/>
                </a:solidFill>
                <a:ea typeface="Aptos" panose="020B0004020202020204" pitchFamily="34" charset="0"/>
                <a:cs typeface="Arial" panose="020B0604020202020204" pitchFamily="34" charset="0"/>
              </a:rPr>
              <a:t>factor</a:t>
            </a:r>
            <a:r>
              <a:rPr lang="vi-VN" kern="100" dirty="0">
                <a:solidFill>
                  <a:schemeClr val="bg1"/>
                </a:solidFill>
                <a:ea typeface="Aptos" panose="020B0004020202020204" pitchFamily="34" charset="0"/>
                <a:cs typeface="Arial" panose="020B0604020202020204" pitchFamily="34" charset="0"/>
              </a:rPr>
              <a:t> = 0.5</a:t>
            </a:r>
          </a:p>
          <a:p>
            <a:pPr marL="285750" lvl="0" indent="-285750" algn="just">
              <a:lnSpc>
                <a:spcPct val="150000"/>
              </a:lnSpc>
              <a:spcAft>
                <a:spcPts val="800"/>
              </a:spcAft>
              <a:buClr>
                <a:schemeClr val="accent5">
                  <a:lumMod val="75000"/>
                </a:schemeClr>
              </a:buClr>
              <a:buFont typeface="Courier New" panose="02070309020205020404" pitchFamily="49" charset="0"/>
              <a:buChar char="o"/>
            </a:pPr>
            <a:r>
              <a:rPr lang="vi-VN" kern="100" dirty="0" err="1">
                <a:solidFill>
                  <a:schemeClr val="bg1"/>
                </a:solidFill>
                <a:ea typeface="Aptos" panose="020B0004020202020204" pitchFamily="34" charset="0"/>
                <a:cs typeface="Arial" panose="020B0604020202020204" pitchFamily="34" charset="0"/>
              </a:rPr>
              <a:t>patience</a:t>
            </a:r>
            <a:r>
              <a:rPr lang="vi-VN" kern="100" dirty="0">
                <a:solidFill>
                  <a:schemeClr val="bg1"/>
                </a:solidFill>
                <a:ea typeface="Aptos" panose="020B0004020202020204" pitchFamily="34" charset="0"/>
                <a:cs typeface="Arial" panose="020B0604020202020204" pitchFamily="34" charset="0"/>
              </a:rPr>
              <a:t> = 5</a:t>
            </a:r>
          </a:p>
          <a:p>
            <a:pPr marL="285750" lvl="0" indent="-285750" algn="just">
              <a:lnSpc>
                <a:spcPct val="150000"/>
              </a:lnSpc>
              <a:spcAft>
                <a:spcPts val="800"/>
              </a:spcAft>
              <a:buClr>
                <a:schemeClr val="accent5">
                  <a:lumMod val="75000"/>
                </a:schemeClr>
              </a:buClr>
              <a:buFont typeface="Courier New" panose="02070309020205020404" pitchFamily="49" charset="0"/>
              <a:buChar char="o"/>
            </a:pPr>
            <a:r>
              <a:rPr lang="vi-VN" kern="100" dirty="0" err="1">
                <a:solidFill>
                  <a:schemeClr val="bg1"/>
                </a:solidFill>
                <a:ea typeface="Aptos" panose="020B0004020202020204" pitchFamily="34" charset="0"/>
                <a:cs typeface="Arial" panose="020B0604020202020204" pitchFamily="34" charset="0"/>
              </a:rPr>
              <a:t>min_lr</a:t>
            </a:r>
            <a:r>
              <a:rPr lang="vi-VN" kern="100" dirty="0">
                <a:solidFill>
                  <a:schemeClr val="bg1"/>
                </a:solidFill>
                <a:ea typeface="Aptos" panose="020B0004020202020204" pitchFamily="34" charset="0"/>
                <a:cs typeface="Arial" panose="020B0604020202020204" pitchFamily="34" charset="0"/>
              </a:rPr>
              <a:t> = 1e-6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424578D-9319-D51E-5F13-F1B736C90B46}"/>
              </a:ext>
            </a:extLst>
          </p:cNvPr>
          <p:cNvSpPr txBox="1"/>
          <p:nvPr/>
        </p:nvSpPr>
        <p:spPr>
          <a:xfrm>
            <a:off x="482844" y="3118475"/>
            <a:ext cx="3005444" cy="16528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lnSpc>
                <a:spcPct val="150000"/>
              </a:lnSpc>
              <a:spcAft>
                <a:spcPts val="800"/>
              </a:spcAft>
              <a:buClr>
                <a:schemeClr val="accent5">
                  <a:lumMod val="75000"/>
                </a:schemeClr>
              </a:buClr>
            </a:pPr>
            <a:r>
              <a:rPr lang="vi-VN" b="1" kern="100" dirty="0">
                <a:solidFill>
                  <a:schemeClr val="bg1"/>
                </a:solidFill>
                <a:ea typeface="Aptos" panose="020B0004020202020204" pitchFamily="34" charset="0"/>
                <a:cs typeface="Arial" panose="020B0604020202020204" pitchFamily="34" charset="0"/>
              </a:rPr>
              <a:t>🧠 Mô hình (</a:t>
            </a:r>
            <a:r>
              <a:rPr lang="vi-VN" b="1" kern="100" dirty="0" err="1">
                <a:solidFill>
                  <a:schemeClr val="bg1"/>
                </a:solidFill>
                <a:ea typeface="Aptos" panose="020B0004020202020204" pitchFamily="34" charset="0"/>
                <a:cs typeface="Arial" panose="020B0604020202020204" pitchFamily="34" charset="0"/>
              </a:rPr>
              <a:t>Model</a:t>
            </a:r>
            <a:r>
              <a:rPr lang="vi-VN" b="1" kern="100" dirty="0">
                <a:solidFill>
                  <a:schemeClr val="bg1"/>
                </a:solidFill>
                <a:ea typeface="Aptos" panose="020B0004020202020204" pitchFamily="34" charset="0"/>
                <a:cs typeface="Arial" panose="020B0604020202020204" pitchFamily="34" charset="0"/>
              </a:rPr>
              <a:t>)</a:t>
            </a:r>
          </a:p>
          <a:p>
            <a:pPr marL="285750" lvl="0" indent="-285750" algn="just">
              <a:lnSpc>
                <a:spcPct val="150000"/>
              </a:lnSpc>
              <a:spcAft>
                <a:spcPts val="800"/>
              </a:spcAft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q"/>
            </a:pPr>
            <a:r>
              <a:rPr lang="vi-VN" kern="100" dirty="0">
                <a:solidFill>
                  <a:schemeClr val="bg1"/>
                </a:solidFill>
                <a:ea typeface="Aptos" panose="020B0004020202020204" pitchFamily="34" charset="0"/>
                <a:cs typeface="Arial" panose="020B0604020202020204" pitchFamily="34" charset="0"/>
              </a:rPr>
              <a:t>LSTM </a:t>
            </a:r>
            <a:r>
              <a:rPr lang="vi-VN" kern="100" dirty="0" err="1">
                <a:solidFill>
                  <a:schemeClr val="bg1"/>
                </a:solidFill>
                <a:ea typeface="Aptos" panose="020B0004020202020204" pitchFamily="34" charset="0"/>
                <a:cs typeface="Arial" panose="020B0604020202020204" pitchFamily="34" charset="0"/>
              </a:rPr>
              <a:t>units</a:t>
            </a:r>
            <a:r>
              <a:rPr lang="vi-VN" kern="100" dirty="0">
                <a:solidFill>
                  <a:schemeClr val="bg1"/>
                </a:solidFill>
                <a:ea typeface="Aptos" panose="020B0004020202020204" pitchFamily="34" charset="0"/>
                <a:cs typeface="Arial" panose="020B0604020202020204" pitchFamily="34" charset="0"/>
              </a:rPr>
              <a:t>: 64, 32</a:t>
            </a:r>
          </a:p>
          <a:p>
            <a:pPr marL="285750" lvl="0" indent="-285750" algn="just">
              <a:lnSpc>
                <a:spcPct val="150000"/>
              </a:lnSpc>
              <a:spcAft>
                <a:spcPts val="800"/>
              </a:spcAft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q"/>
            </a:pPr>
            <a:r>
              <a:rPr lang="vi-VN" kern="100" dirty="0" err="1">
                <a:solidFill>
                  <a:schemeClr val="bg1"/>
                </a:solidFill>
                <a:ea typeface="Aptos" panose="020B0004020202020204" pitchFamily="34" charset="0"/>
                <a:cs typeface="Arial" panose="020B0604020202020204" pitchFamily="34" charset="0"/>
              </a:rPr>
              <a:t>Dropout</a:t>
            </a:r>
            <a:r>
              <a:rPr lang="vi-VN" kern="100" dirty="0">
                <a:solidFill>
                  <a:schemeClr val="bg1"/>
                </a:solidFill>
                <a:ea typeface="Aptos" panose="020B0004020202020204" pitchFamily="34" charset="0"/>
                <a:cs typeface="Arial" panose="020B0604020202020204" pitchFamily="34" charset="0"/>
              </a:rPr>
              <a:t>: 0.3 – 0.4</a:t>
            </a:r>
          </a:p>
          <a:p>
            <a:pPr marL="285750" lvl="0" indent="-285750" algn="just">
              <a:lnSpc>
                <a:spcPct val="150000"/>
              </a:lnSpc>
              <a:spcAft>
                <a:spcPts val="800"/>
              </a:spcAft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q"/>
            </a:pPr>
            <a:r>
              <a:rPr lang="vi-VN" kern="100" dirty="0">
                <a:solidFill>
                  <a:schemeClr val="bg1"/>
                </a:solidFill>
                <a:ea typeface="Aptos" panose="020B0004020202020204" pitchFamily="34" charset="0"/>
                <a:cs typeface="Arial" panose="020B0604020202020204" pitchFamily="34" charset="0"/>
              </a:rPr>
              <a:t>L2 </a:t>
            </a:r>
            <a:r>
              <a:rPr lang="vi-VN" kern="100" dirty="0" err="1">
                <a:solidFill>
                  <a:schemeClr val="bg1"/>
                </a:solidFill>
                <a:ea typeface="Aptos" panose="020B0004020202020204" pitchFamily="34" charset="0"/>
                <a:cs typeface="Arial" panose="020B0604020202020204" pitchFamily="34" charset="0"/>
              </a:rPr>
              <a:t>regularization</a:t>
            </a:r>
            <a:r>
              <a:rPr lang="vi-VN" kern="100" dirty="0">
                <a:solidFill>
                  <a:schemeClr val="bg1"/>
                </a:solidFill>
                <a:ea typeface="Aptos" panose="020B0004020202020204" pitchFamily="34" charset="0"/>
                <a:cs typeface="Arial" panose="020B0604020202020204" pitchFamily="34" charset="0"/>
              </a:rPr>
              <a:t>: 1e-4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BCB801-E5C6-9905-E86F-AC1BC349296E}"/>
              </a:ext>
            </a:extLst>
          </p:cNvPr>
          <p:cNvSpPr txBox="1"/>
          <p:nvPr/>
        </p:nvSpPr>
        <p:spPr>
          <a:xfrm>
            <a:off x="3206879" y="1691803"/>
            <a:ext cx="2291244" cy="12270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lnSpc>
                <a:spcPct val="150000"/>
              </a:lnSpc>
              <a:spcAft>
                <a:spcPts val="800"/>
              </a:spcAft>
              <a:buClr>
                <a:schemeClr val="accent5">
                  <a:lumMod val="75000"/>
                </a:schemeClr>
              </a:buClr>
            </a:pPr>
            <a:r>
              <a:rPr lang="vi-VN" b="1" kern="100" dirty="0">
                <a:solidFill>
                  <a:schemeClr val="bg1"/>
                </a:solidFill>
                <a:ea typeface="Aptos" panose="020B0004020202020204" pitchFamily="34" charset="0"/>
                <a:cs typeface="Arial" panose="020B0604020202020204" pitchFamily="34" charset="0"/>
              </a:rPr>
              <a:t>🚀 Tối ưu</a:t>
            </a:r>
          </a:p>
          <a:p>
            <a:pPr marL="285750" lvl="0" indent="-285750">
              <a:lnSpc>
                <a:spcPct val="150000"/>
              </a:lnSpc>
              <a:spcAft>
                <a:spcPts val="800"/>
              </a:spcAft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q"/>
            </a:pPr>
            <a:r>
              <a:rPr lang="vi-VN" kern="100" dirty="0" err="1">
                <a:solidFill>
                  <a:schemeClr val="bg1"/>
                </a:solidFill>
                <a:ea typeface="Aptos" panose="020B0004020202020204" pitchFamily="34" charset="0"/>
                <a:cs typeface="Arial" panose="020B0604020202020204" pitchFamily="34" charset="0"/>
              </a:rPr>
              <a:t>Learning</a:t>
            </a:r>
            <a:r>
              <a:rPr lang="vi-VN" kern="100" dirty="0">
                <a:solidFill>
                  <a:schemeClr val="bg1"/>
                </a:solidFill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vi-VN" kern="100" dirty="0" err="1">
                <a:solidFill>
                  <a:schemeClr val="bg1"/>
                </a:solidFill>
                <a:ea typeface="Aptos" panose="020B0004020202020204" pitchFamily="34" charset="0"/>
                <a:cs typeface="Arial" panose="020B0604020202020204" pitchFamily="34" charset="0"/>
              </a:rPr>
              <a:t>rate</a:t>
            </a:r>
            <a:r>
              <a:rPr lang="vi-VN" kern="100" dirty="0">
                <a:solidFill>
                  <a:schemeClr val="bg1"/>
                </a:solidFill>
                <a:ea typeface="Aptos" panose="020B0004020202020204" pitchFamily="34" charset="0"/>
                <a:cs typeface="Arial" panose="020B0604020202020204" pitchFamily="34" charset="0"/>
              </a:rPr>
              <a:t>: 0.0005</a:t>
            </a:r>
          </a:p>
          <a:p>
            <a:pPr marL="285750" lvl="0" indent="-285750">
              <a:lnSpc>
                <a:spcPct val="150000"/>
              </a:lnSpc>
              <a:spcAft>
                <a:spcPts val="800"/>
              </a:spcAft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q"/>
            </a:pPr>
            <a:r>
              <a:rPr lang="vi-VN" kern="100" dirty="0" err="1">
                <a:solidFill>
                  <a:schemeClr val="bg1"/>
                </a:solidFill>
                <a:ea typeface="Aptos" panose="020B0004020202020204" pitchFamily="34" charset="0"/>
                <a:cs typeface="Arial" panose="020B0604020202020204" pitchFamily="34" charset="0"/>
              </a:rPr>
              <a:t>Optimizer</a:t>
            </a:r>
            <a:r>
              <a:rPr lang="vi-VN" kern="100" dirty="0">
                <a:solidFill>
                  <a:schemeClr val="bg1"/>
                </a:solidFill>
                <a:ea typeface="Aptos" panose="020B0004020202020204" pitchFamily="34" charset="0"/>
                <a:cs typeface="Arial" panose="020B0604020202020204" pitchFamily="34" charset="0"/>
              </a:rPr>
              <a:t>: </a:t>
            </a:r>
            <a:r>
              <a:rPr lang="vi-VN" kern="100" dirty="0" err="1">
                <a:solidFill>
                  <a:schemeClr val="bg1"/>
                </a:solidFill>
                <a:ea typeface="Aptos" panose="020B0004020202020204" pitchFamily="34" charset="0"/>
                <a:cs typeface="Arial" panose="020B0604020202020204" pitchFamily="34" charset="0"/>
              </a:rPr>
              <a:t>Adam</a:t>
            </a:r>
            <a:endParaRPr lang="vi-VN" kern="100" dirty="0">
              <a:solidFill>
                <a:schemeClr val="bg1"/>
              </a:solidFill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76A7D87-83AF-A149-5068-6C9F601B5C7E}"/>
              </a:ext>
            </a:extLst>
          </p:cNvPr>
          <p:cNvSpPr txBox="1"/>
          <p:nvPr/>
        </p:nvSpPr>
        <p:spPr>
          <a:xfrm>
            <a:off x="3206879" y="3183890"/>
            <a:ext cx="2136366" cy="12270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lnSpc>
                <a:spcPct val="150000"/>
              </a:lnSpc>
              <a:spcAft>
                <a:spcPts val="800"/>
              </a:spcAft>
              <a:buClr>
                <a:schemeClr val="accent5">
                  <a:lumMod val="75000"/>
                </a:schemeClr>
              </a:buClr>
            </a:pPr>
            <a:r>
              <a:rPr lang="vi-VN" b="1" kern="100" dirty="0">
                <a:solidFill>
                  <a:schemeClr val="bg1"/>
                </a:solidFill>
                <a:ea typeface="Aptos" panose="020B0004020202020204" pitchFamily="34" charset="0"/>
                <a:cs typeface="Arial" panose="020B0604020202020204" pitchFamily="34" charset="0"/>
              </a:rPr>
              <a:t>📦 Dữ liệu</a:t>
            </a:r>
          </a:p>
          <a:p>
            <a:pPr marL="285750" lvl="0" indent="-285750" algn="just">
              <a:lnSpc>
                <a:spcPct val="150000"/>
              </a:lnSpc>
              <a:spcAft>
                <a:spcPts val="800"/>
              </a:spcAft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q"/>
            </a:pPr>
            <a:r>
              <a:rPr lang="vi-VN" kern="100" dirty="0" err="1">
                <a:solidFill>
                  <a:schemeClr val="bg1"/>
                </a:solidFill>
                <a:ea typeface="Aptos" panose="020B0004020202020204" pitchFamily="34" charset="0"/>
                <a:cs typeface="Arial" panose="020B0604020202020204" pitchFamily="34" charset="0"/>
              </a:rPr>
              <a:t>Sequence</a:t>
            </a:r>
            <a:r>
              <a:rPr lang="vi-VN" kern="100" dirty="0">
                <a:solidFill>
                  <a:schemeClr val="bg1"/>
                </a:solidFill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vi-VN" kern="100" dirty="0" err="1">
                <a:solidFill>
                  <a:schemeClr val="bg1"/>
                </a:solidFill>
                <a:ea typeface="Aptos" panose="020B0004020202020204" pitchFamily="34" charset="0"/>
                <a:cs typeface="Arial" panose="020B0604020202020204" pitchFamily="34" charset="0"/>
              </a:rPr>
              <a:t>length</a:t>
            </a:r>
            <a:r>
              <a:rPr lang="vi-VN" kern="100" dirty="0">
                <a:solidFill>
                  <a:schemeClr val="bg1"/>
                </a:solidFill>
                <a:ea typeface="Aptos" panose="020B0004020202020204" pitchFamily="34" charset="0"/>
                <a:cs typeface="Arial" panose="020B0604020202020204" pitchFamily="34" charset="0"/>
              </a:rPr>
              <a:t>: 60</a:t>
            </a:r>
          </a:p>
          <a:p>
            <a:pPr marL="285750" lvl="0" indent="-285750" algn="just">
              <a:lnSpc>
                <a:spcPct val="150000"/>
              </a:lnSpc>
              <a:spcAft>
                <a:spcPts val="800"/>
              </a:spcAft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q"/>
            </a:pPr>
            <a:r>
              <a:rPr lang="vi-VN" kern="100" dirty="0" err="1">
                <a:solidFill>
                  <a:schemeClr val="bg1"/>
                </a:solidFill>
                <a:ea typeface="Aptos" panose="020B0004020202020204" pitchFamily="34" charset="0"/>
                <a:cs typeface="Arial" panose="020B0604020202020204" pitchFamily="34" charset="0"/>
              </a:rPr>
              <a:t>Features</a:t>
            </a:r>
            <a:r>
              <a:rPr lang="vi-VN" kern="100" dirty="0">
                <a:solidFill>
                  <a:schemeClr val="bg1"/>
                </a:solidFill>
                <a:ea typeface="Aptos" panose="020B0004020202020204" pitchFamily="34" charset="0"/>
                <a:cs typeface="Arial" panose="020B0604020202020204" pitchFamily="34" charset="0"/>
              </a:rPr>
              <a:t>: 70</a:t>
            </a:r>
          </a:p>
        </p:txBody>
      </p:sp>
      <p:sp>
        <p:nvSpPr>
          <p:cNvPr id="8" name="Google Shape;158;p1">
            <a:extLst>
              <a:ext uri="{FF2B5EF4-FFF2-40B4-BE49-F238E27FC236}">
                <a16:creationId xmlns:a16="http://schemas.microsoft.com/office/drawing/2014/main" id="{EBF73699-AA9E-9A3D-B364-FC41B498AEBF}"/>
              </a:ext>
            </a:extLst>
          </p:cNvPr>
          <p:cNvSpPr txBox="1"/>
          <p:nvPr/>
        </p:nvSpPr>
        <p:spPr>
          <a:xfrm>
            <a:off x="8569967" y="4504974"/>
            <a:ext cx="574034" cy="5043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just">
              <a:lnSpc>
                <a:spcPct val="150000"/>
              </a:lnSpc>
            </a:pPr>
            <a:r>
              <a:rPr lang="vi-VN" sz="2000" b="1" dirty="0">
                <a:solidFill>
                  <a:schemeClr val="bg1"/>
                </a:solidFill>
                <a:latin typeface="Montserrat" panose="00000500000000000000" pitchFamily="2" charset="-93"/>
                <a:sym typeface="Montserrat"/>
              </a:rPr>
              <a:t>11</a:t>
            </a:r>
            <a:endParaRPr sz="2000" b="1" dirty="0">
              <a:solidFill>
                <a:schemeClr val="bg1"/>
              </a:solidFill>
              <a:latin typeface="Montserrat" panose="00000500000000000000" pitchFamily="2" charset="-93"/>
              <a:sym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32518177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0">
          <a:extLst>
            <a:ext uri="{FF2B5EF4-FFF2-40B4-BE49-F238E27FC236}">
              <a16:creationId xmlns:a16="http://schemas.microsoft.com/office/drawing/2014/main" id="{F9297313-8D8E-D608-A802-420FC913FB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0" descr="Nhận diện thương hiệu Logo HaUI">
            <a:extLst>
              <a:ext uri="{FF2B5EF4-FFF2-40B4-BE49-F238E27FC236}">
                <a16:creationId xmlns:a16="http://schemas.microsoft.com/office/drawing/2014/main" id="{2DC9ACE0-CE73-C3CA-2B33-4A3FBC8265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245" b="99657" l="343" r="99069">
                        <a14:foregroundMark x1="1415" y1="2252" x2="12206" y2="833"/>
                        <a14:foregroundMark x1="12206" y1="833" x2="83333" y2="1912"/>
                        <a14:foregroundMark x1="89020" y1="686" x2="88873" y2="19559"/>
                        <a14:foregroundMark x1="96324" y1="1667" x2="97108" y2="10588"/>
                        <a14:foregroundMark x1="98922" y1="95637" x2="93971" y2="97549"/>
                        <a14:foregroundMark x1="4118" y1="98529" x2="2843" y2="94657"/>
                        <a14:foregroundMark x1="1225" y1="89853" x2="7941" y2="88480"/>
                        <a14:foregroundMark x1="11814" y1="73333" x2="58578" y2="72059"/>
                        <a14:foregroundMark x1="58578" y1="72059" x2="79559" y2="73333"/>
                        <a14:foregroundMark x1="79559" y1="73333" x2="89804" y2="72892"/>
                        <a14:foregroundMark x1="89804" y1="72892" x2="90490" y2="72892"/>
                        <a14:foregroundMark x1="55784" y1="47549" x2="52206" y2="27304"/>
                        <a14:foregroundMark x1="45147" y1="21765" x2="43922" y2="11029"/>
                        <a14:foregroundMark x1="47108" y1="17892" x2="34412" y2="17108"/>
                        <a14:foregroundMark x1="77843" y1="92745" x2="89020" y2="91078"/>
                        <a14:foregroundMark x1="97549" y1="97990" x2="95490" y2="98529"/>
                        <a14:foregroundMark x1="91765" y1="99363" x2="86520" y2="99363"/>
                        <a14:foregroundMark x1="82108" y1="99363" x2="76176" y2="98284"/>
                        <a14:foregroundMark x1="75196" y1="99510" x2="66373" y2="99657"/>
                        <a14:foregroundMark x1="65686" y1="99657" x2="27402" y2="99216"/>
                        <a14:foregroundMark x1="26863" y1="98971" x2="5882" y2="99069"/>
                        <a14:foregroundMark x1="2843" y1="97990" x2="392" y2="93873"/>
                        <a14:foregroundMark x1="1324" y1="88480" x2="1324" y2="78284"/>
                        <a14:foregroundMark x1="931" y1="76765" x2="2598" y2="66765"/>
                        <a14:foregroundMark x1="2598" y1="66765" x2="1225" y2="61716"/>
                        <a14:foregroundMark x1="931" y1="67255" x2="931" y2="68333"/>
                        <a14:foregroundMark x1="931" y1="61471" x2="931" y2="54706"/>
                        <a14:foregroundMark x1="931" y1="49755" x2="637" y2="38186"/>
                        <a14:foregroundMark x1="1078" y1="35686" x2="637" y2="25931"/>
                        <a14:foregroundMark x1="931" y1="22745" x2="539" y2="9902"/>
                        <a14:foregroundMark x1="56324" y1="1373" x2="70686" y2="1373"/>
                        <a14:foregroundMark x1="74657" y1="1225" x2="85686" y2="1225"/>
                        <a14:foregroundMark x1="97010" y1="1814" x2="98382" y2="4951"/>
                        <a14:foregroundMark x1="98480" y1="6471" x2="99069" y2="14902"/>
                        <a14:foregroundMark x1="99069" y1="16667" x2="98922" y2="72353"/>
                        <a14:foregroundMark x1="98775" y1="74853" x2="99069" y2="91912"/>
                        <a14:backgroundMark x1="931" y1="98676" x2="98" y2="98529"/>
                        <a14:backgroundMark x1="1765" y1="1373" x2="539" y2="1373"/>
                        <a14:backgroundMark x1="99069" y1="980" x2="99069" y2="980"/>
                        <a14:backgroundMark x1="99069" y1="980" x2="99216" y2="980"/>
                        <a14:backgroundMark x1="98922" y1="98824" x2="99608" y2="9882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38174" y="23649"/>
            <a:ext cx="481995" cy="4568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Google Shape;178;p53">
            <a:extLst>
              <a:ext uri="{FF2B5EF4-FFF2-40B4-BE49-F238E27FC236}">
                <a16:creationId xmlns:a16="http://schemas.microsoft.com/office/drawing/2014/main" id="{2AE7BA2D-8676-A367-ECBC-471F542CF7A2}"/>
              </a:ext>
            </a:extLst>
          </p:cNvPr>
          <p:cNvSpPr txBox="1"/>
          <p:nvPr/>
        </p:nvSpPr>
        <p:spPr>
          <a:xfrm>
            <a:off x="1224203" y="-699202"/>
            <a:ext cx="4478808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EF860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Quy trình thực hiện</a:t>
            </a:r>
          </a:p>
        </p:txBody>
      </p:sp>
      <p:sp>
        <p:nvSpPr>
          <p:cNvPr id="24" name="Google Shape;194;p4">
            <a:extLst>
              <a:ext uri="{FF2B5EF4-FFF2-40B4-BE49-F238E27FC236}">
                <a16:creationId xmlns:a16="http://schemas.microsoft.com/office/drawing/2014/main" id="{4F93C68A-1D2D-6DBA-6CEE-6465C1446F47}"/>
              </a:ext>
            </a:extLst>
          </p:cNvPr>
          <p:cNvSpPr txBox="1"/>
          <p:nvPr/>
        </p:nvSpPr>
        <p:spPr>
          <a:xfrm>
            <a:off x="497256" y="-923378"/>
            <a:ext cx="749807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03</a:t>
            </a:r>
            <a:endParaRPr sz="2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195;p4">
            <a:extLst>
              <a:ext uri="{FF2B5EF4-FFF2-40B4-BE49-F238E27FC236}">
                <a16:creationId xmlns:a16="http://schemas.microsoft.com/office/drawing/2014/main" id="{E078F82C-B70B-05C2-3270-544CA9823FB3}"/>
              </a:ext>
            </a:extLst>
          </p:cNvPr>
          <p:cNvSpPr/>
          <p:nvPr/>
        </p:nvSpPr>
        <p:spPr>
          <a:xfrm>
            <a:off x="472326" y="-798954"/>
            <a:ext cx="648000" cy="648000"/>
          </a:xfrm>
          <a:prstGeom prst="rect">
            <a:avLst/>
          </a:prstGeom>
          <a:noFill/>
          <a:ln w="9525" cap="flat" cmpd="sng">
            <a:solidFill>
              <a:srgbClr val="BA7C2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178;p53">
            <a:extLst>
              <a:ext uri="{FF2B5EF4-FFF2-40B4-BE49-F238E27FC236}">
                <a16:creationId xmlns:a16="http://schemas.microsoft.com/office/drawing/2014/main" id="{00CE955C-5110-1DB7-B2EE-3057AA40EA59}"/>
              </a:ext>
            </a:extLst>
          </p:cNvPr>
          <p:cNvSpPr txBox="1"/>
          <p:nvPr/>
        </p:nvSpPr>
        <p:spPr>
          <a:xfrm>
            <a:off x="1142923" y="418398"/>
            <a:ext cx="4478808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1"/>
            <a:r>
              <a:rPr lang="vi-VN" sz="2400" b="0" i="0" u="none" strike="noStrike" cap="none" dirty="0">
                <a:solidFill>
                  <a:srgbClr val="EF860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Quy trình thực hiện</a:t>
            </a:r>
            <a:endParaRPr sz="2400" b="0" i="0" u="none" strike="noStrike" cap="none" dirty="0">
              <a:solidFill>
                <a:srgbClr val="EF8600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27" name="Google Shape;194;p4">
            <a:extLst>
              <a:ext uri="{FF2B5EF4-FFF2-40B4-BE49-F238E27FC236}">
                <a16:creationId xmlns:a16="http://schemas.microsoft.com/office/drawing/2014/main" id="{4083E811-5F5D-B1D5-DDB9-1A5F99F05E60}"/>
              </a:ext>
            </a:extLst>
          </p:cNvPr>
          <p:cNvSpPr txBox="1"/>
          <p:nvPr/>
        </p:nvSpPr>
        <p:spPr>
          <a:xfrm>
            <a:off x="415976" y="194222"/>
            <a:ext cx="749807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-VN" sz="2800" b="0" i="0" u="none" strike="noStrike" cap="none" dirty="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03</a:t>
            </a:r>
            <a:endParaRPr sz="2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195;p4">
            <a:extLst>
              <a:ext uri="{FF2B5EF4-FFF2-40B4-BE49-F238E27FC236}">
                <a16:creationId xmlns:a16="http://schemas.microsoft.com/office/drawing/2014/main" id="{47945CD8-F10D-FAF6-B2C1-9DDA94417CC9}"/>
              </a:ext>
            </a:extLst>
          </p:cNvPr>
          <p:cNvSpPr/>
          <p:nvPr/>
        </p:nvSpPr>
        <p:spPr>
          <a:xfrm>
            <a:off x="391046" y="318646"/>
            <a:ext cx="648000" cy="648000"/>
          </a:xfrm>
          <a:prstGeom prst="rect">
            <a:avLst/>
          </a:prstGeom>
          <a:noFill/>
          <a:ln w="9525" cap="flat" cmpd="sng">
            <a:solidFill>
              <a:srgbClr val="BA7C2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4" name="TextBox 533">
            <a:extLst>
              <a:ext uri="{FF2B5EF4-FFF2-40B4-BE49-F238E27FC236}">
                <a16:creationId xmlns:a16="http://schemas.microsoft.com/office/drawing/2014/main" id="{8C968148-8DD3-F780-D9D4-2A4BFA0B20A0}"/>
              </a:ext>
            </a:extLst>
          </p:cNvPr>
          <p:cNvSpPr txBox="1"/>
          <p:nvPr/>
        </p:nvSpPr>
        <p:spPr>
          <a:xfrm>
            <a:off x="7526647" y="8815821"/>
            <a:ext cx="6010887" cy="375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lnSpc>
                <a:spcPct val="150000"/>
              </a:lnSpc>
              <a:spcAft>
                <a:spcPts val="800"/>
              </a:spcAft>
              <a:buClr>
                <a:schemeClr val="accent5">
                  <a:lumMod val="75000"/>
                </a:schemeClr>
              </a:buClr>
            </a:pPr>
            <a:r>
              <a:rPr lang="it-IT" b="1" kern="100">
                <a:solidFill>
                  <a:schemeClr val="bg1"/>
                </a:solidFill>
                <a:latin typeface="+mn-lt"/>
                <a:ea typeface="Aptos" panose="020B0004020202020204" pitchFamily="34" charset="0"/>
                <a:cs typeface="Arial" panose="020B0604020202020204" pitchFamily="34" charset="0"/>
              </a:rPr>
              <a:t>Công cụ: Visual Studio Code, Postman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E40CCB7-71FA-3914-FE71-74ACC24BAD4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60305" y="880022"/>
            <a:ext cx="6623390" cy="3843704"/>
          </a:xfrm>
          <a:prstGeom prst="rect">
            <a:avLst/>
          </a:prstGeom>
        </p:spPr>
      </p:pic>
      <p:sp>
        <p:nvSpPr>
          <p:cNvPr id="3" name="Google Shape;158;p1">
            <a:extLst>
              <a:ext uri="{FF2B5EF4-FFF2-40B4-BE49-F238E27FC236}">
                <a16:creationId xmlns:a16="http://schemas.microsoft.com/office/drawing/2014/main" id="{9BD11DA1-1270-AF6A-292D-CC52F5A313D1}"/>
              </a:ext>
            </a:extLst>
          </p:cNvPr>
          <p:cNvSpPr txBox="1"/>
          <p:nvPr/>
        </p:nvSpPr>
        <p:spPr>
          <a:xfrm>
            <a:off x="8569967" y="4504974"/>
            <a:ext cx="574034" cy="5043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just">
              <a:lnSpc>
                <a:spcPct val="150000"/>
              </a:lnSpc>
            </a:pPr>
            <a:r>
              <a:rPr lang="vi-VN" sz="2000" b="1" dirty="0">
                <a:solidFill>
                  <a:schemeClr val="bg1"/>
                </a:solidFill>
                <a:latin typeface="Montserrat" panose="00000500000000000000" pitchFamily="2" charset="-93"/>
                <a:sym typeface="Montserrat"/>
              </a:rPr>
              <a:t>12</a:t>
            </a:r>
            <a:endParaRPr sz="2000" b="1" dirty="0">
              <a:solidFill>
                <a:schemeClr val="bg1"/>
              </a:solidFill>
              <a:latin typeface="Montserrat" panose="00000500000000000000" pitchFamily="2" charset="-93"/>
              <a:sym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20814952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0">
          <a:extLst>
            <a:ext uri="{FF2B5EF4-FFF2-40B4-BE49-F238E27FC236}">
              <a16:creationId xmlns:a16="http://schemas.microsoft.com/office/drawing/2014/main" id="{DC08F5EE-AB5C-37B4-5251-43E31A7526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0" descr="Nhận diện thương hiệu Logo HaUI">
            <a:extLst>
              <a:ext uri="{FF2B5EF4-FFF2-40B4-BE49-F238E27FC236}">
                <a16:creationId xmlns:a16="http://schemas.microsoft.com/office/drawing/2014/main" id="{45203188-6436-E96E-7E42-2B73D4E27C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245" b="99657" l="343" r="99069">
                        <a14:foregroundMark x1="1415" y1="2252" x2="12206" y2="833"/>
                        <a14:foregroundMark x1="12206" y1="833" x2="83333" y2="1912"/>
                        <a14:foregroundMark x1="89020" y1="686" x2="88873" y2="19559"/>
                        <a14:foregroundMark x1="96324" y1="1667" x2="97108" y2="10588"/>
                        <a14:foregroundMark x1="98922" y1="95637" x2="93971" y2="97549"/>
                        <a14:foregroundMark x1="4118" y1="98529" x2="2843" y2="94657"/>
                        <a14:foregroundMark x1="1225" y1="89853" x2="7941" y2="88480"/>
                        <a14:foregroundMark x1="11814" y1="73333" x2="58578" y2="72059"/>
                        <a14:foregroundMark x1="58578" y1="72059" x2="79559" y2="73333"/>
                        <a14:foregroundMark x1="79559" y1="73333" x2="89804" y2="72892"/>
                        <a14:foregroundMark x1="89804" y1="72892" x2="90490" y2="72892"/>
                        <a14:foregroundMark x1="55784" y1="47549" x2="52206" y2="27304"/>
                        <a14:foregroundMark x1="45147" y1="21765" x2="43922" y2="11029"/>
                        <a14:foregroundMark x1="47108" y1="17892" x2="34412" y2="17108"/>
                        <a14:foregroundMark x1="77843" y1="92745" x2="89020" y2="91078"/>
                        <a14:foregroundMark x1="97549" y1="97990" x2="95490" y2="98529"/>
                        <a14:foregroundMark x1="91765" y1="99363" x2="86520" y2="99363"/>
                        <a14:foregroundMark x1="82108" y1="99363" x2="76176" y2="98284"/>
                        <a14:foregroundMark x1="75196" y1="99510" x2="66373" y2="99657"/>
                        <a14:foregroundMark x1="65686" y1="99657" x2="27402" y2="99216"/>
                        <a14:foregroundMark x1="26863" y1="98971" x2="5882" y2="99069"/>
                        <a14:foregroundMark x1="2843" y1="97990" x2="392" y2="93873"/>
                        <a14:foregroundMark x1="1324" y1="88480" x2="1324" y2="78284"/>
                        <a14:foregroundMark x1="931" y1="76765" x2="2598" y2="66765"/>
                        <a14:foregroundMark x1="2598" y1="66765" x2="1225" y2="61716"/>
                        <a14:foregroundMark x1="931" y1="67255" x2="931" y2="68333"/>
                        <a14:foregroundMark x1="931" y1="61471" x2="931" y2="54706"/>
                        <a14:foregroundMark x1="931" y1="49755" x2="637" y2="38186"/>
                        <a14:foregroundMark x1="1078" y1="35686" x2="637" y2="25931"/>
                        <a14:foregroundMark x1="931" y1="22745" x2="539" y2="9902"/>
                        <a14:foregroundMark x1="56324" y1="1373" x2="70686" y2="1373"/>
                        <a14:foregroundMark x1="74657" y1="1225" x2="85686" y2="1225"/>
                        <a14:foregroundMark x1="97010" y1="1814" x2="98382" y2="4951"/>
                        <a14:foregroundMark x1="98480" y1="6471" x2="99069" y2="14902"/>
                        <a14:foregroundMark x1="99069" y1="16667" x2="98922" y2="72353"/>
                        <a14:foregroundMark x1="98775" y1="74853" x2="99069" y2="91912"/>
                        <a14:backgroundMark x1="931" y1="98676" x2="98" y2="98529"/>
                        <a14:backgroundMark x1="1765" y1="1373" x2="539" y2="1373"/>
                        <a14:backgroundMark x1="99069" y1="980" x2="99069" y2="980"/>
                        <a14:backgroundMark x1="99069" y1="980" x2="99216" y2="980"/>
                        <a14:backgroundMark x1="98922" y1="98824" x2="99608" y2="9882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38174" y="23649"/>
            <a:ext cx="481995" cy="4568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Google Shape;178;p53">
            <a:extLst>
              <a:ext uri="{FF2B5EF4-FFF2-40B4-BE49-F238E27FC236}">
                <a16:creationId xmlns:a16="http://schemas.microsoft.com/office/drawing/2014/main" id="{57BD35FC-D070-CFA7-93AB-4C982175629D}"/>
              </a:ext>
            </a:extLst>
          </p:cNvPr>
          <p:cNvSpPr txBox="1"/>
          <p:nvPr/>
        </p:nvSpPr>
        <p:spPr>
          <a:xfrm>
            <a:off x="1224203" y="-699202"/>
            <a:ext cx="4478808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EF860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Quy trình thực hiện</a:t>
            </a:r>
          </a:p>
        </p:txBody>
      </p:sp>
      <p:sp>
        <p:nvSpPr>
          <p:cNvPr id="24" name="Google Shape;194;p4">
            <a:extLst>
              <a:ext uri="{FF2B5EF4-FFF2-40B4-BE49-F238E27FC236}">
                <a16:creationId xmlns:a16="http://schemas.microsoft.com/office/drawing/2014/main" id="{ECDCF3C1-EEC9-0E6C-08B9-6F90579FCE9B}"/>
              </a:ext>
            </a:extLst>
          </p:cNvPr>
          <p:cNvSpPr txBox="1"/>
          <p:nvPr/>
        </p:nvSpPr>
        <p:spPr>
          <a:xfrm>
            <a:off x="497256" y="-923378"/>
            <a:ext cx="749807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03</a:t>
            </a:r>
            <a:endParaRPr sz="2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195;p4">
            <a:extLst>
              <a:ext uri="{FF2B5EF4-FFF2-40B4-BE49-F238E27FC236}">
                <a16:creationId xmlns:a16="http://schemas.microsoft.com/office/drawing/2014/main" id="{4F267DED-B738-716C-EEFE-11FACA60BC71}"/>
              </a:ext>
            </a:extLst>
          </p:cNvPr>
          <p:cNvSpPr/>
          <p:nvPr/>
        </p:nvSpPr>
        <p:spPr>
          <a:xfrm>
            <a:off x="472326" y="-798954"/>
            <a:ext cx="648000" cy="648000"/>
          </a:xfrm>
          <a:prstGeom prst="rect">
            <a:avLst/>
          </a:prstGeom>
          <a:noFill/>
          <a:ln w="9525" cap="flat" cmpd="sng">
            <a:solidFill>
              <a:srgbClr val="BA7C2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178;p53">
            <a:extLst>
              <a:ext uri="{FF2B5EF4-FFF2-40B4-BE49-F238E27FC236}">
                <a16:creationId xmlns:a16="http://schemas.microsoft.com/office/drawing/2014/main" id="{7F0774CA-C0B9-4907-1FF6-1FED081D64DA}"/>
              </a:ext>
            </a:extLst>
          </p:cNvPr>
          <p:cNvSpPr txBox="1"/>
          <p:nvPr/>
        </p:nvSpPr>
        <p:spPr>
          <a:xfrm>
            <a:off x="1142923" y="418398"/>
            <a:ext cx="4478808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1"/>
            <a:r>
              <a:rPr lang="vi-VN" sz="2400" b="0" i="0" u="none" strike="noStrike" cap="none" dirty="0">
                <a:solidFill>
                  <a:srgbClr val="EF860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Quy trình thực hiện</a:t>
            </a:r>
            <a:endParaRPr sz="2400" b="0" i="0" u="none" strike="noStrike" cap="none" dirty="0">
              <a:solidFill>
                <a:srgbClr val="EF8600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27" name="Google Shape;194;p4">
            <a:extLst>
              <a:ext uri="{FF2B5EF4-FFF2-40B4-BE49-F238E27FC236}">
                <a16:creationId xmlns:a16="http://schemas.microsoft.com/office/drawing/2014/main" id="{76C2CD8A-2F21-4ABF-3BE3-5020A34443CD}"/>
              </a:ext>
            </a:extLst>
          </p:cNvPr>
          <p:cNvSpPr txBox="1"/>
          <p:nvPr/>
        </p:nvSpPr>
        <p:spPr>
          <a:xfrm>
            <a:off x="415976" y="194222"/>
            <a:ext cx="749807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-VN" sz="2800" b="0" i="0" u="none" strike="noStrike" cap="none" dirty="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03</a:t>
            </a:r>
            <a:endParaRPr sz="2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195;p4">
            <a:extLst>
              <a:ext uri="{FF2B5EF4-FFF2-40B4-BE49-F238E27FC236}">
                <a16:creationId xmlns:a16="http://schemas.microsoft.com/office/drawing/2014/main" id="{4742C1DC-6E95-AC49-B06E-C363477C44B8}"/>
              </a:ext>
            </a:extLst>
          </p:cNvPr>
          <p:cNvSpPr/>
          <p:nvPr/>
        </p:nvSpPr>
        <p:spPr>
          <a:xfrm>
            <a:off x="391046" y="318646"/>
            <a:ext cx="648000" cy="648000"/>
          </a:xfrm>
          <a:prstGeom prst="rect">
            <a:avLst/>
          </a:prstGeom>
          <a:noFill/>
          <a:ln w="9525" cap="flat" cmpd="sng">
            <a:solidFill>
              <a:srgbClr val="BA7C2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4" name="TextBox 533">
            <a:extLst>
              <a:ext uri="{FF2B5EF4-FFF2-40B4-BE49-F238E27FC236}">
                <a16:creationId xmlns:a16="http://schemas.microsoft.com/office/drawing/2014/main" id="{E9A9807A-C51A-53D2-3F8D-378323E284E5}"/>
              </a:ext>
            </a:extLst>
          </p:cNvPr>
          <p:cNvSpPr txBox="1"/>
          <p:nvPr/>
        </p:nvSpPr>
        <p:spPr>
          <a:xfrm>
            <a:off x="7526647" y="8815821"/>
            <a:ext cx="6010887" cy="375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lnSpc>
                <a:spcPct val="150000"/>
              </a:lnSpc>
              <a:spcAft>
                <a:spcPts val="800"/>
              </a:spcAft>
              <a:buClr>
                <a:schemeClr val="accent5">
                  <a:lumMod val="75000"/>
                </a:schemeClr>
              </a:buClr>
            </a:pPr>
            <a:r>
              <a:rPr lang="it-IT" b="1" kern="100">
                <a:solidFill>
                  <a:schemeClr val="bg1"/>
                </a:solidFill>
                <a:latin typeface="+mn-lt"/>
                <a:ea typeface="Aptos" panose="020B0004020202020204" pitchFamily="34" charset="0"/>
                <a:cs typeface="Arial" panose="020B0604020202020204" pitchFamily="34" charset="0"/>
              </a:rPr>
              <a:t>Công cụ: Visual Studio Code, Postman</a:t>
            </a:r>
          </a:p>
        </p:txBody>
      </p:sp>
      <p:sp>
        <p:nvSpPr>
          <p:cNvPr id="3" name="Google Shape;158;p1">
            <a:extLst>
              <a:ext uri="{FF2B5EF4-FFF2-40B4-BE49-F238E27FC236}">
                <a16:creationId xmlns:a16="http://schemas.microsoft.com/office/drawing/2014/main" id="{B0A1AE94-DBB8-C98D-639D-C98F8EC77D13}"/>
              </a:ext>
            </a:extLst>
          </p:cNvPr>
          <p:cNvSpPr txBox="1"/>
          <p:nvPr/>
        </p:nvSpPr>
        <p:spPr>
          <a:xfrm>
            <a:off x="8569967" y="4504974"/>
            <a:ext cx="574034" cy="5043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just">
              <a:lnSpc>
                <a:spcPct val="150000"/>
              </a:lnSpc>
            </a:pPr>
            <a:r>
              <a:rPr lang="vi-VN" sz="2000" b="1" dirty="0">
                <a:solidFill>
                  <a:schemeClr val="bg1"/>
                </a:solidFill>
                <a:latin typeface="Montserrat" panose="00000500000000000000" pitchFamily="2" charset="-93"/>
                <a:sym typeface="Montserrat"/>
              </a:rPr>
              <a:t>13</a:t>
            </a:r>
            <a:endParaRPr sz="2000" b="1" dirty="0">
              <a:solidFill>
                <a:schemeClr val="bg1"/>
              </a:solidFill>
              <a:latin typeface="Montserrat" panose="00000500000000000000" pitchFamily="2" charset="-93"/>
              <a:sym typeface="Montserra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04C7AF6-D887-35E5-0FAE-96AADD8654D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0" y="1280507"/>
            <a:ext cx="4284983" cy="300646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7689DDB-0E60-014C-068F-2483EC19AEE5}"/>
              </a:ext>
            </a:extLst>
          </p:cNvPr>
          <p:cNvSpPr txBox="1"/>
          <p:nvPr/>
        </p:nvSpPr>
        <p:spPr>
          <a:xfrm>
            <a:off x="287017" y="1898298"/>
            <a:ext cx="4152461" cy="15502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 algn="just">
              <a:lnSpc>
                <a:spcPct val="150000"/>
              </a:lnSpc>
              <a:spcAft>
                <a:spcPts val="800"/>
              </a:spcAft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q"/>
            </a:pPr>
            <a:r>
              <a:rPr lang="vi-VN" b="1" kern="100" dirty="0">
                <a:solidFill>
                  <a:schemeClr val="bg1"/>
                </a:solidFill>
                <a:latin typeface="+mn-lt"/>
                <a:ea typeface="Aptos" panose="020B0004020202020204" pitchFamily="34" charset="0"/>
                <a:cs typeface="Arial" panose="020B0604020202020204" pitchFamily="34" charset="0"/>
              </a:rPr>
              <a:t>Độ chính xác (</a:t>
            </a:r>
            <a:r>
              <a:rPr lang="vi-VN" b="1" kern="100" dirty="0" err="1">
                <a:solidFill>
                  <a:schemeClr val="bg1"/>
                </a:solidFill>
                <a:latin typeface="+mn-lt"/>
                <a:ea typeface="Aptos" panose="020B0004020202020204" pitchFamily="34" charset="0"/>
                <a:cs typeface="Arial" panose="020B0604020202020204" pitchFamily="34" charset="0"/>
              </a:rPr>
              <a:t>Accuracy</a:t>
            </a:r>
            <a:r>
              <a:rPr lang="vi-VN" b="1" kern="100" dirty="0">
                <a:solidFill>
                  <a:schemeClr val="bg1"/>
                </a:solidFill>
                <a:latin typeface="+mn-lt"/>
                <a:ea typeface="Aptos" panose="020B0004020202020204" pitchFamily="34" charset="0"/>
                <a:cs typeface="Arial" panose="020B0604020202020204" pitchFamily="34" charset="0"/>
              </a:rPr>
              <a:t>) đạt 89%.</a:t>
            </a:r>
          </a:p>
          <a:p>
            <a:pPr marL="285750" lvl="0" indent="-285750" algn="just">
              <a:lnSpc>
                <a:spcPct val="150000"/>
              </a:lnSpc>
              <a:spcAft>
                <a:spcPts val="800"/>
              </a:spcAft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q"/>
            </a:pPr>
            <a:r>
              <a:rPr lang="vi-VN" b="1" kern="100" dirty="0">
                <a:solidFill>
                  <a:schemeClr val="bg1"/>
                </a:solidFill>
                <a:latin typeface="+mn-lt"/>
                <a:ea typeface="Aptos" panose="020B0004020202020204" pitchFamily="34" charset="0"/>
                <a:cs typeface="Arial" panose="020B0604020202020204" pitchFamily="34" charset="0"/>
              </a:rPr>
              <a:t>Nhận diện "Bình thường" (ADL): Chỉ số ổn định cao (</a:t>
            </a:r>
            <a:r>
              <a:rPr lang="vi-VN" b="1" kern="100" dirty="0" err="1">
                <a:solidFill>
                  <a:schemeClr val="bg1"/>
                </a:solidFill>
                <a:latin typeface="+mn-lt"/>
                <a:ea typeface="Aptos" panose="020B0004020202020204" pitchFamily="34" charset="0"/>
                <a:cs typeface="Arial" panose="020B0604020202020204" pitchFamily="34" charset="0"/>
              </a:rPr>
              <a:t>Recall</a:t>
            </a:r>
            <a:r>
              <a:rPr lang="vi-VN" b="1" kern="100" dirty="0">
                <a:solidFill>
                  <a:schemeClr val="bg1"/>
                </a:solidFill>
                <a:latin typeface="+mn-lt"/>
                <a:ea typeface="Aptos" panose="020B0004020202020204" pitchFamily="34" charset="0"/>
                <a:cs typeface="Arial" panose="020B0604020202020204" pitchFamily="34" charset="0"/>
              </a:rPr>
              <a:t>: 0.94, F1-score: 0.91).</a:t>
            </a:r>
          </a:p>
          <a:p>
            <a:pPr marL="285750" lvl="0" indent="-285750">
              <a:lnSpc>
                <a:spcPct val="150000"/>
              </a:lnSpc>
              <a:spcAft>
                <a:spcPts val="800"/>
              </a:spcAft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q"/>
            </a:pPr>
            <a:r>
              <a:rPr lang="vi-VN" b="1" kern="100" dirty="0">
                <a:solidFill>
                  <a:schemeClr val="bg1"/>
                </a:solidFill>
                <a:latin typeface="+mn-lt"/>
                <a:ea typeface="Aptos" panose="020B0004020202020204" pitchFamily="34" charset="0"/>
                <a:cs typeface="Arial" panose="020B0604020202020204" pitchFamily="34" charset="0"/>
              </a:rPr>
              <a:t>Nhận diện "Té ngã": </a:t>
            </a:r>
            <a:r>
              <a:rPr lang="vi-VN" b="1" kern="100" dirty="0" err="1">
                <a:solidFill>
                  <a:schemeClr val="bg1"/>
                </a:solidFill>
                <a:latin typeface="+mn-lt"/>
                <a:ea typeface="Aptos" panose="020B0004020202020204" pitchFamily="34" charset="0"/>
                <a:cs typeface="Arial" panose="020B0604020202020204" pitchFamily="34" charset="0"/>
              </a:rPr>
              <a:t>Precision</a:t>
            </a:r>
            <a:r>
              <a:rPr lang="vi-VN" b="1" kern="100" dirty="0">
                <a:solidFill>
                  <a:schemeClr val="bg1"/>
                </a:solidFill>
                <a:latin typeface="+mn-lt"/>
                <a:ea typeface="Aptos" panose="020B0004020202020204" pitchFamily="34" charset="0"/>
                <a:cs typeface="Arial" panose="020B0604020202020204" pitchFamily="34" charset="0"/>
              </a:rPr>
              <a:t> đạt 0.90.</a:t>
            </a:r>
          </a:p>
        </p:txBody>
      </p:sp>
    </p:spTree>
    <p:extLst>
      <p:ext uri="{BB962C8B-B14F-4D97-AF65-F5344CB8AC3E}">
        <p14:creationId xmlns:p14="http://schemas.microsoft.com/office/powerpoint/2010/main" val="407501987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0">
          <a:extLst>
            <a:ext uri="{FF2B5EF4-FFF2-40B4-BE49-F238E27FC236}">
              <a16:creationId xmlns:a16="http://schemas.microsoft.com/office/drawing/2014/main" id="{CF8AE55B-372B-B322-893B-3FFF32BD33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0" descr="Nhận diện thương hiệu Logo HaUI">
            <a:extLst>
              <a:ext uri="{FF2B5EF4-FFF2-40B4-BE49-F238E27FC236}">
                <a16:creationId xmlns:a16="http://schemas.microsoft.com/office/drawing/2014/main" id="{47BF63CD-FF04-EB23-7733-748CC9A68E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245" b="99657" l="343" r="99069">
                        <a14:foregroundMark x1="1415" y1="2252" x2="12206" y2="833"/>
                        <a14:foregroundMark x1="12206" y1="833" x2="83333" y2="1912"/>
                        <a14:foregroundMark x1="89020" y1="686" x2="88873" y2="19559"/>
                        <a14:foregroundMark x1="96324" y1="1667" x2="97108" y2="10588"/>
                        <a14:foregroundMark x1="98922" y1="95637" x2="93971" y2="97549"/>
                        <a14:foregroundMark x1="4118" y1="98529" x2="2843" y2="94657"/>
                        <a14:foregroundMark x1="1225" y1="89853" x2="7941" y2="88480"/>
                        <a14:foregroundMark x1="11814" y1="73333" x2="58578" y2="72059"/>
                        <a14:foregroundMark x1="58578" y1="72059" x2="79559" y2="73333"/>
                        <a14:foregroundMark x1="79559" y1="73333" x2="89804" y2="72892"/>
                        <a14:foregroundMark x1="89804" y1="72892" x2="90490" y2="72892"/>
                        <a14:foregroundMark x1="55784" y1="47549" x2="52206" y2="27304"/>
                        <a14:foregroundMark x1="45147" y1="21765" x2="43922" y2="11029"/>
                        <a14:foregroundMark x1="47108" y1="17892" x2="34412" y2="17108"/>
                        <a14:foregroundMark x1="77843" y1="92745" x2="89020" y2="91078"/>
                        <a14:foregroundMark x1="97549" y1="97990" x2="95490" y2="98529"/>
                        <a14:foregroundMark x1="91765" y1="99363" x2="86520" y2="99363"/>
                        <a14:foregroundMark x1="82108" y1="99363" x2="76176" y2="98284"/>
                        <a14:foregroundMark x1="75196" y1="99510" x2="66373" y2="99657"/>
                        <a14:foregroundMark x1="65686" y1="99657" x2="27402" y2="99216"/>
                        <a14:foregroundMark x1="26863" y1="98971" x2="5882" y2="99069"/>
                        <a14:foregroundMark x1="2843" y1="97990" x2="392" y2="93873"/>
                        <a14:foregroundMark x1="1324" y1="88480" x2="1324" y2="78284"/>
                        <a14:foregroundMark x1="931" y1="76765" x2="2598" y2="66765"/>
                        <a14:foregroundMark x1="2598" y1="66765" x2="1225" y2="61716"/>
                        <a14:foregroundMark x1="931" y1="67255" x2="931" y2="68333"/>
                        <a14:foregroundMark x1="931" y1="61471" x2="931" y2="54706"/>
                        <a14:foregroundMark x1="931" y1="49755" x2="637" y2="38186"/>
                        <a14:foregroundMark x1="1078" y1="35686" x2="637" y2="25931"/>
                        <a14:foregroundMark x1="931" y1="22745" x2="539" y2="9902"/>
                        <a14:foregroundMark x1="56324" y1="1373" x2="70686" y2="1373"/>
                        <a14:foregroundMark x1="74657" y1="1225" x2="85686" y2="1225"/>
                        <a14:foregroundMark x1="97010" y1="1814" x2="98382" y2="4951"/>
                        <a14:foregroundMark x1="98480" y1="6471" x2="99069" y2="14902"/>
                        <a14:foregroundMark x1="99069" y1="16667" x2="98922" y2="72353"/>
                        <a14:foregroundMark x1="98775" y1="74853" x2="99069" y2="91912"/>
                        <a14:backgroundMark x1="931" y1="98676" x2="98" y2="98529"/>
                        <a14:backgroundMark x1="1765" y1="1373" x2="539" y2="1373"/>
                        <a14:backgroundMark x1="99069" y1="980" x2="99069" y2="980"/>
                        <a14:backgroundMark x1="99069" y1="980" x2="99216" y2="980"/>
                        <a14:backgroundMark x1="98922" y1="98824" x2="99608" y2="9882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38174" y="23649"/>
            <a:ext cx="481995" cy="4568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Google Shape;178;p53">
            <a:extLst>
              <a:ext uri="{FF2B5EF4-FFF2-40B4-BE49-F238E27FC236}">
                <a16:creationId xmlns:a16="http://schemas.microsoft.com/office/drawing/2014/main" id="{ECD02871-2911-4C36-842A-C2F58CD674D7}"/>
              </a:ext>
            </a:extLst>
          </p:cNvPr>
          <p:cNvSpPr txBox="1"/>
          <p:nvPr/>
        </p:nvSpPr>
        <p:spPr>
          <a:xfrm>
            <a:off x="1224203" y="-699202"/>
            <a:ext cx="4478808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EF860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Quy trình thực hiện</a:t>
            </a:r>
          </a:p>
        </p:txBody>
      </p:sp>
      <p:sp>
        <p:nvSpPr>
          <p:cNvPr id="24" name="Google Shape;194;p4">
            <a:extLst>
              <a:ext uri="{FF2B5EF4-FFF2-40B4-BE49-F238E27FC236}">
                <a16:creationId xmlns:a16="http://schemas.microsoft.com/office/drawing/2014/main" id="{1AF8A552-DE3E-9886-E8DD-3A2E40956C4B}"/>
              </a:ext>
            </a:extLst>
          </p:cNvPr>
          <p:cNvSpPr txBox="1"/>
          <p:nvPr/>
        </p:nvSpPr>
        <p:spPr>
          <a:xfrm>
            <a:off x="497256" y="-923378"/>
            <a:ext cx="749807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03</a:t>
            </a:r>
            <a:endParaRPr sz="2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195;p4">
            <a:extLst>
              <a:ext uri="{FF2B5EF4-FFF2-40B4-BE49-F238E27FC236}">
                <a16:creationId xmlns:a16="http://schemas.microsoft.com/office/drawing/2014/main" id="{B9690588-8AB1-E30B-4AC2-A927A97CE2C7}"/>
              </a:ext>
            </a:extLst>
          </p:cNvPr>
          <p:cNvSpPr/>
          <p:nvPr/>
        </p:nvSpPr>
        <p:spPr>
          <a:xfrm>
            <a:off x="472326" y="-798954"/>
            <a:ext cx="648000" cy="648000"/>
          </a:xfrm>
          <a:prstGeom prst="rect">
            <a:avLst/>
          </a:prstGeom>
          <a:noFill/>
          <a:ln w="9525" cap="flat" cmpd="sng">
            <a:solidFill>
              <a:srgbClr val="BA7C2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178;p53">
            <a:extLst>
              <a:ext uri="{FF2B5EF4-FFF2-40B4-BE49-F238E27FC236}">
                <a16:creationId xmlns:a16="http://schemas.microsoft.com/office/drawing/2014/main" id="{48C4F217-268F-AF95-FD7B-430F5190B19C}"/>
              </a:ext>
            </a:extLst>
          </p:cNvPr>
          <p:cNvSpPr txBox="1"/>
          <p:nvPr/>
        </p:nvSpPr>
        <p:spPr>
          <a:xfrm>
            <a:off x="1142923" y="418398"/>
            <a:ext cx="4478808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1"/>
            <a:r>
              <a:rPr lang="vi-VN" sz="2400" b="0" i="0" u="none" strike="noStrike" cap="none" dirty="0">
                <a:solidFill>
                  <a:srgbClr val="EF860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Quy trình thực hiện</a:t>
            </a:r>
            <a:endParaRPr sz="2400" b="0" i="0" u="none" strike="noStrike" cap="none" dirty="0">
              <a:solidFill>
                <a:srgbClr val="EF8600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27" name="Google Shape;194;p4">
            <a:extLst>
              <a:ext uri="{FF2B5EF4-FFF2-40B4-BE49-F238E27FC236}">
                <a16:creationId xmlns:a16="http://schemas.microsoft.com/office/drawing/2014/main" id="{2AFE6175-F422-2A37-A324-ED8A5D3EA45C}"/>
              </a:ext>
            </a:extLst>
          </p:cNvPr>
          <p:cNvSpPr txBox="1"/>
          <p:nvPr/>
        </p:nvSpPr>
        <p:spPr>
          <a:xfrm>
            <a:off x="415976" y="194222"/>
            <a:ext cx="749807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-VN" sz="2800" b="0" i="0" u="none" strike="noStrike" cap="none" dirty="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03</a:t>
            </a:r>
            <a:endParaRPr sz="2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195;p4">
            <a:extLst>
              <a:ext uri="{FF2B5EF4-FFF2-40B4-BE49-F238E27FC236}">
                <a16:creationId xmlns:a16="http://schemas.microsoft.com/office/drawing/2014/main" id="{47D4B9C5-8E0E-4890-D473-4B448154DA31}"/>
              </a:ext>
            </a:extLst>
          </p:cNvPr>
          <p:cNvSpPr/>
          <p:nvPr/>
        </p:nvSpPr>
        <p:spPr>
          <a:xfrm>
            <a:off x="391046" y="318646"/>
            <a:ext cx="648000" cy="648000"/>
          </a:xfrm>
          <a:prstGeom prst="rect">
            <a:avLst/>
          </a:prstGeom>
          <a:noFill/>
          <a:ln w="9525" cap="flat" cmpd="sng">
            <a:solidFill>
              <a:srgbClr val="BA7C2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06AAAAD-2499-2A8C-6B01-8795513DDBA8}"/>
              </a:ext>
            </a:extLst>
          </p:cNvPr>
          <p:cNvGrpSpPr/>
          <p:nvPr/>
        </p:nvGrpSpPr>
        <p:grpSpPr>
          <a:xfrm>
            <a:off x="145976" y="1144134"/>
            <a:ext cx="540000" cy="540000"/>
            <a:chOff x="6788899" y="7758299"/>
            <a:chExt cx="1461319" cy="1524174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F7712E8A-9FE6-EFB1-6A97-BC3B8FE5D5B7}"/>
                </a:ext>
              </a:extLst>
            </p:cNvPr>
            <p:cNvGrpSpPr/>
            <p:nvPr/>
          </p:nvGrpSpPr>
          <p:grpSpPr>
            <a:xfrm>
              <a:off x="6788899" y="7758299"/>
              <a:ext cx="1461319" cy="1524174"/>
              <a:chOff x="3048000" y="2933700"/>
              <a:chExt cx="2057400" cy="1981200"/>
            </a:xfrm>
          </p:grpSpPr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31E6C898-A5F8-F31D-CC68-3A67F2490DCB}"/>
                  </a:ext>
                </a:extLst>
              </p:cNvPr>
              <p:cNvSpPr/>
              <p:nvPr/>
            </p:nvSpPr>
            <p:spPr>
              <a:xfrm>
                <a:off x="3048000" y="2933700"/>
                <a:ext cx="2057400" cy="19812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vi-VN" sz="2400" dirty="0"/>
              </a:p>
            </p:txBody>
          </p:sp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9DD00137-867E-8F4C-54F9-52F5919D7FAD}"/>
                  </a:ext>
                </a:extLst>
              </p:cNvPr>
              <p:cNvSpPr/>
              <p:nvPr/>
            </p:nvSpPr>
            <p:spPr>
              <a:xfrm>
                <a:off x="3364310" y="3217287"/>
                <a:ext cx="1447800" cy="1339365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vi-VN" sz="2400" dirty="0"/>
              </a:p>
            </p:txBody>
          </p:sp>
        </p:grp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53E4EDAE-2DBB-280B-A602-FF7AD9726B41}"/>
                </a:ext>
              </a:extLst>
            </p:cNvPr>
            <p:cNvSpPr/>
            <p:nvPr/>
          </p:nvSpPr>
          <p:spPr>
            <a:xfrm>
              <a:off x="7187601" y="8162609"/>
              <a:ext cx="638973" cy="642036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2400"/>
            </a:p>
          </p:txBody>
        </p:sp>
      </p:grpSp>
      <p:sp>
        <p:nvSpPr>
          <p:cNvPr id="479" name="TextBox 478">
            <a:extLst>
              <a:ext uri="{FF2B5EF4-FFF2-40B4-BE49-F238E27FC236}">
                <a16:creationId xmlns:a16="http://schemas.microsoft.com/office/drawing/2014/main" id="{54EE3EF2-7DD1-579F-C52B-7911BC6224E1}"/>
              </a:ext>
            </a:extLst>
          </p:cNvPr>
          <p:cNvSpPr txBox="1"/>
          <p:nvPr/>
        </p:nvSpPr>
        <p:spPr>
          <a:xfrm>
            <a:off x="715046" y="1190822"/>
            <a:ext cx="1706262" cy="375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lnSpc>
                <a:spcPct val="150000"/>
              </a:lnSpc>
              <a:spcAft>
                <a:spcPts val="800"/>
              </a:spcAft>
              <a:buClr>
                <a:schemeClr val="accent5">
                  <a:lumMod val="75000"/>
                </a:schemeClr>
              </a:buClr>
            </a:pPr>
            <a:r>
              <a:rPr lang="vi-VN" b="1" kern="100" dirty="0">
                <a:solidFill>
                  <a:schemeClr val="bg1"/>
                </a:solidFill>
                <a:latin typeface="+mn-lt"/>
                <a:ea typeface="Aptos" panose="020B0004020202020204" pitchFamily="34" charset="0"/>
                <a:cs typeface="Arial" panose="020B0604020202020204" pitchFamily="34" charset="0"/>
              </a:rPr>
              <a:t>Đánh giá mô hình</a:t>
            </a:r>
          </a:p>
        </p:txBody>
      </p:sp>
      <p:sp>
        <p:nvSpPr>
          <p:cNvPr id="534" name="TextBox 533">
            <a:extLst>
              <a:ext uri="{FF2B5EF4-FFF2-40B4-BE49-F238E27FC236}">
                <a16:creationId xmlns:a16="http://schemas.microsoft.com/office/drawing/2014/main" id="{826BD910-A5F6-44EB-B6FF-F7C3DB01B391}"/>
              </a:ext>
            </a:extLst>
          </p:cNvPr>
          <p:cNvSpPr txBox="1"/>
          <p:nvPr/>
        </p:nvSpPr>
        <p:spPr>
          <a:xfrm>
            <a:off x="7526647" y="8815821"/>
            <a:ext cx="6010887" cy="375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lnSpc>
                <a:spcPct val="150000"/>
              </a:lnSpc>
              <a:spcAft>
                <a:spcPts val="800"/>
              </a:spcAft>
              <a:buClr>
                <a:schemeClr val="accent5">
                  <a:lumMod val="75000"/>
                </a:schemeClr>
              </a:buClr>
            </a:pPr>
            <a:r>
              <a:rPr lang="it-IT" b="1" kern="100">
                <a:solidFill>
                  <a:schemeClr val="bg1"/>
                </a:solidFill>
                <a:latin typeface="+mn-lt"/>
                <a:ea typeface="Aptos" panose="020B0004020202020204" pitchFamily="34" charset="0"/>
                <a:cs typeface="Arial" panose="020B0604020202020204" pitchFamily="34" charset="0"/>
              </a:rPr>
              <a:t>Công cụ: Visual Studio Code, Postman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33C66B9-C259-72F8-A6C1-1881F0CB8D0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1184" y="1098352"/>
            <a:ext cx="4049508" cy="349943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16CAB1D-16B0-122D-1DF8-155E689BFF75}"/>
              </a:ext>
            </a:extLst>
          </p:cNvPr>
          <p:cNvSpPr txBox="1"/>
          <p:nvPr/>
        </p:nvSpPr>
        <p:spPr>
          <a:xfrm>
            <a:off x="258066" y="1769058"/>
            <a:ext cx="4478807" cy="28428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 algn="just">
              <a:lnSpc>
                <a:spcPct val="150000"/>
              </a:lnSpc>
              <a:spcAft>
                <a:spcPts val="800"/>
              </a:spcAft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q"/>
            </a:pPr>
            <a:r>
              <a:rPr lang="vi-VN" b="1" kern="100" dirty="0">
                <a:solidFill>
                  <a:schemeClr val="bg1"/>
                </a:solidFill>
                <a:latin typeface="+mn-lt"/>
                <a:ea typeface="Aptos" panose="020B0004020202020204" pitchFamily="34" charset="0"/>
                <a:cs typeface="Arial" panose="020B0604020202020204" pitchFamily="34" charset="0"/>
              </a:rPr>
              <a:t>Phân loại đúng (Đường chéo chính): Áp đảo với 850 ca bình thường và 470 ca té ngã được nhận diện chính xác.</a:t>
            </a:r>
          </a:p>
          <a:p>
            <a:pPr marL="285750" lvl="0" indent="-285750" algn="just">
              <a:lnSpc>
                <a:spcPct val="150000"/>
              </a:lnSpc>
              <a:spcAft>
                <a:spcPts val="800"/>
              </a:spcAft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q"/>
            </a:pPr>
            <a:r>
              <a:rPr lang="vi-VN" b="1" kern="100" dirty="0">
                <a:solidFill>
                  <a:schemeClr val="bg1"/>
                </a:solidFill>
                <a:latin typeface="+mn-lt"/>
                <a:ea typeface="Aptos" panose="020B0004020202020204" pitchFamily="34" charset="0"/>
                <a:cs typeface="Arial" panose="020B0604020202020204" pitchFamily="34" charset="0"/>
              </a:rPr>
              <a:t>Báo động nhầm (Bình thường -&gt; Té ngã): Rất thấp, chỉ có 55 trường hợp trên tổng số 905 ca.</a:t>
            </a:r>
          </a:p>
          <a:p>
            <a:pPr marL="285750" lvl="0" indent="-285750" algn="just">
              <a:lnSpc>
                <a:spcPct val="150000"/>
              </a:lnSpc>
              <a:spcAft>
                <a:spcPts val="800"/>
              </a:spcAft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q"/>
            </a:pPr>
            <a:r>
              <a:rPr lang="vi-VN" b="1" kern="100" dirty="0">
                <a:solidFill>
                  <a:schemeClr val="bg1"/>
                </a:solidFill>
                <a:latin typeface="+mn-lt"/>
                <a:ea typeface="Aptos" panose="020B0004020202020204" pitchFamily="34" charset="0"/>
                <a:cs typeface="Arial" panose="020B0604020202020204" pitchFamily="34" charset="0"/>
              </a:rPr>
              <a:t>Kết luận nhanh: </a:t>
            </a:r>
            <a:r>
              <a:rPr lang="vi-VN" b="1" kern="100" dirty="0" err="1">
                <a:solidFill>
                  <a:schemeClr val="bg1"/>
                </a:solidFill>
                <a:latin typeface="+mn-lt"/>
                <a:ea typeface="Aptos" panose="020B0004020202020204" pitchFamily="34" charset="0"/>
                <a:cs typeface="Arial" panose="020B0604020202020204" pitchFamily="34" charset="0"/>
              </a:rPr>
              <a:t>BiLSTM</a:t>
            </a:r>
            <a:r>
              <a:rPr lang="vi-VN" b="1" kern="100" dirty="0">
                <a:solidFill>
                  <a:schemeClr val="bg1"/>
                </a:solidFill>
                <a:latin typeface="+mn-lt"/>
                <a:ea typeface="Aptos" panose="020B0004020202020204" pitchFamily="34" charset="0"/>
                <a:cs typeface="Arial" panose="020B0604020202020204" pitchFamily="34" charset="0"/>
              </a:rPr>
              <a:t> xử lý chuỗi thời gian rất hiệu quả, lọc bỏ được các hành động dễ gây nhầm lẫn.</a:t>
            </a:r>
          </a:p>
        </p:txBody>
      </p:sp>
      <p:sp>
        <p:nvSpPr>
          <p:cNvPr id="3" name="Google Shape;158;p1">
            <a:extLst>
              <a:ext uri="{FF2B5EF4-FFF2-40B4-BE49-F238E27FC236}">
                <a16:creationId xmlns:a16="http://schemas.microsoft.com/office/drawing/2014/main" id="{C88A5291-B160-C4B1-D7A1-E8D432D4127E}"/>
              </a:ext>
            </a:extLst>
          </p:cNvPr>
          <p:cNvSpPr txBox="1"/>
          <p:nvPr/>
        </p:nvSpPr>
        <p:spPr>
          <a:xfrm>
            <a:off x="8569967" y="4504974"/>
            <a:ext cx="574034" cy="5043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just">
              <a:lnSpc>
                <a:spcPct val="150000"/>
              </a:lnSpc>
            </a:pPr>
            <a:r>
              <a:rPr lang="vi-VN" sz="2000" b="1" dirty="0">
                <a:solidFill>
                  <a:schemeClr val="bg1"/>
                </a:solidFill>
                <a:latin typeface="Montserrat" panose="00000500000000000000" pitchFamily="2" charset="-93"/>
                <a:sym typeface="Montserrat"/>
              </a:rPr>
              <a:t>14</a:t>
            </a:r>
            <a:endParaRPr sz="2000" b="1" dirty="0">
              <a:solidFill>
                <a:schemeClr val="bg1"/>
              </a:solidFill>
              <a:latin typeface="Montserrat" panose="00000500000000000000" pitchFamily="2" charset="-93"/>
              <a:sym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36326252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0">
          <a:extLst>
            <a:ext uri="{FF2B5EF4-FFF2-40B4-BE49-F238E27FC236}">
              <a16:creationId xmlns:a16="http://schemas.microsoft.com/office/drawing/2014/main" id="{C7A6DAB9-5D96-73B4-AF0D-222CB44DF2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0" descr="Nhận diện thương hiệu Logo HaUI">
            <a:extLst>
              <a:ext uri="{FF2B5EF4-FFF2-40B4-BE49-F238E27FC236}">
                <a16:creationId xmlns:a16="http://schemas.microsoft.com/office/drawing/2014/main" id="{61F85EA4-4AB8-163C-9C3D-2F59E17270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245" b="99657" l="343" r="99069">
                        <a14:foregroundMark x1="1415" y1="2252" x2="12206" y2="833"/>
                        <a14:foregroundMark x1="12206" y1="833" x2="83333" y2="1912"/>
                        <a14:foregroundMark x1="89020" y1="686" x2="88873" y2="19559"/>
                        <a14:foregroundMark x1="96324" y1="1667" x2="97108" y2="10588"/>
                        <a14:foregroundMark x1="98922" y1="95637" x2="93971" y2="97549"/>
                        <a14:foregroundMark x1="4118" y1="98529" x2="2843" y2="94657"/>
                        <a14:foregroundMark x1="1225" y1="89853" x2="7941" y2="88480"/>
                        <a14:foregroundMark x1="11814" y1="73333" x2="58578" y2="72059"/>
                        <a14:foregroundMark x1="58578" y1="72059" x2="79559" y2="73333"/>
                        <a14:foregroundMark x1="79559" y1="73333" x2="89804" y2="72892"/>
                        <a14:foregroundMark x1="89804" y1="72892" x2="90490" y2="72892"/>
                        <a14:foregroundMark x1="55784" y1="47549" x2="52206" y2="27304"/>
                        <a14:foregroundMark x1="45147" y1="21765" x2="43922" y2="11029"/>
                        <a14:foregroundMark x1="47108" y1="17892" x2="34412" y2="17108"/>
                        <a14:foregroundMark x1="77843" y1="92745" x2="89020" y2="91078"/>
                        <a14:foregroundMark x1="97549" y1="97990" x2="95490" y2="98529"/>
                        <a14:foregroundMark x1="91765" y1="99363" x2="86520" y2="99363"/>
                        <a14:foregroundMark x1="82108" y1="99363" x2="76176" y2="98284"/>
                        <a14:foregroundMark x1="75196" y1="99510" x2="66373" y2="99657"/>
                        <a14:foregroundMark x1="65686" y1="99657" x2="27402" y2="99216"/>
                        <a14:foregroundMark x1="26863" y1="98971" x2="5882" y2="99069"/>
                        <a14:foregroundMark x1="2843" y1="97990" x2="392" y2="93873"/>
                        <a14:foregroundMark x1="1324" y1="88480" x2="1324" y2="78284"/>
                        <a14:foregroundMark x1="931" y1="76765" x2="2598" y2="66765"/>
                        <a14:foregroundMark x1="2598" y1="66765" x2="1225" y2="61716"/>
                        <a14:foregroundMark x1="931" y1="67255" x2="931" y2="68333"/>
                        <a14:foregroundMark x1="931" y1="61471" x2="931" y2="54706"/>
                        <a14:foregroundMark x1="931" y1="49755" x2="637" y2="38186"/>
                        <a14:foregroundMark x1="1078" y1="35686" x2="637" y2="25931"/>
                        <a14:foregroundMark x1="931" y1="22745" x2="539" y2="9902"/>
                        <a14:foregroundMark x1="56324" y1="1373" x2="70686" y2="1373"/>
                        <a14:foregroundMark x1="74657" y1="1225" x2="85686" y2="1225"/>
                        <a14:foregroundMark x1="97010" y1="1814" x2="98382" y2="4951"/>
                        <a14:foregroundMark x1="98480" y1="6471" x2="99069" y2="14902"/>
                        <a14:foregroundMark x1="99069" y1="16667" x2="98922" y2="72353"/>
                        <a14:foregroundMark x1="98775" y1="74853" x2="99069" y2="91912"/>
                        <a14:backgroundMark x1="931" y1="98676" x2="98" y2="98529"/>
                        <a14:backgroundMark x1="1765" y1="1373" x2="539" y2="1373"/>
                        <a14:backgroundMark x1="99069" y1="980" x2="99069" y2="980"/>
                        <a14:backgroundMark x1="99069" y1="980" x2="99216" y2="980"/>
                        <a14:backgroundMark x1="98922" y1="98824" x2="99608" y2="9882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38174" y="23649"/>
            <a:ext cx="481995" cy="4568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Google Shape;178;p53">
            <a:extLst>
              <a:ext uri="{FF2B5EF4-FFF2-40B4-BE49-F238E27FC236}">
                <a16:creationId xmlns:a16="http://schemas.microsoft.com/office/drawing/2014/main" id="{81704975-61A4-67B0-E3B6-D7875E398BF3}"/>
              </a:ext>
            </a:extLst>
          </p:cNvPr>
          <p:cNvSpPr txBox="1"/>
          <p:nvPr/>
        </p:nvSpPr>
        <p:spPr>
          <a:xfrm>
            <a:off x="1224203" y="-699202"/>
            <a:ext cx="4478808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EF860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Quy trình thực hiện</a:t>
            </a:r>
          </a:p>
        </p:txBody>
      </p:sp>
      <p:sp>
        <p:nvSpPr>
          <p:cNvPr id="24" name="Google Shape;194;p4">
            <a:extLst>
              <a:ext uri="{FF2B5EF4-FFF2-40B4-BE49-F238E27FC236}">
                <a16:creationId xmlns:a16="http://schemas.microsoft.com/office/drawing/2014/main" id="{264BE83A-6156-29F6-7164-379D19C6DC1F}"/>
              </a:ext>
            </a:extLst>
          </p:cNvPr>
          <p:cNvSpPr txBox="1"/>
          <p:nvPr/>
        </p:nvSpPr>
        <p:spPr>
          <a:xfrm>
            <a:off x="497256" y="-923378"/>
            <a:ext cx="749807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03</a:t>
            </a:r>
            <a:endParaRPr sz="2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195;p4">
            <a:extLst>
              <a:ext uri="{FF2B5EF4-FFF2-40B4-BE49-F238E27FC236}">
                <a16:creationId xmlns:a16="http://schemas.microsoft.com/office/drawing/2014/main" id="{5D69888E-2745-DD45-B1D1-90E9DE78D63C}"/>
              </a:ext>
            </a:extLst>
          </p:cNvPr>
          <p:cNvSpPr/>
          <p:nvPr/>
        </p:nvSpPr>
        <p:spPr>
          <a:xfrm>
            <a:off x="472326" y="-798954"/>
            <a:ext cx="648000" cy="648000"/>
          </a:xfrm>
          <a:prstGeom prst="rect">
            <a:avLst/>
          </a:prstGeom>
          <a:noFill/>
          <a:ln w="9525" cap="flat" cmpd="sng">
            <a:solidFill>
              <a:srgbClr val="BA7C2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178;p53">
            <a:extLst>
              <a:ext uri="{FF2B5EF4-FFF2-40B4-BE49-F238E27FC236}">
                <a16:creationId xmlns:a16="http://schemas.microsoft.com/office/drawing/2014/main" id="{3F8EDB64-7647-1851-ED42-344A3FE6A1AD}"/>
              </a:ext>
            </a:extLst>
          </p:cNvPr>
          <p:cNvSpPr txBox="1"/>
          <p:nvPr/>
        </p:nvSpPr>
        <p:spPr>
          <a:xfrm>
            <a:off x="1142923" y="418398"/>
            <a:ext cx="4478808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1"/>
            <a:r>
              <a:rPr lang="vi-VN" sz="2400" b="0" i="0" u="none" strike="noStrike" cap="none" dirty="0">
                <a:solidFill>
                  <a:srgbClr val="EF860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Quy trình thực hiện</a:t>
            </a:r>
            <a:endParaRPr sz="2400" b="0" i="0" u="none" strike="noStrike" cap="none" dirty="0">
              <a:solidFill>
                <a:srgbClr val="EF8600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27" name="Google Shape;194;p4">
            <a:extLst>
              <a:ext uri="{FF2B5EF4-FFF2-40B4-BE49-F238E27FC236}">
                <a16:creationId xmlns:a16="http://schemas.microsoft.com/office/drawing/2014/main" id="{0D6F7D12-4235-D820-1A68-01293A4078DD}"/>
              </a:ext>
            </a:extLst>
          </p:cNvPr>
          <p:cNvSpPr txBox="1"/>
          <p:nvPr/>
        </p:nvSpPr>
        <p:spPr>
          <a:xfrm>
            <a:off x="415976" y="194222"/>
            <a:ext cx="749807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-VN" sz="2800" b="0" i="0" u="none" strike="noStrike" cap="none" dirty="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03</a:t>
            </a:r>
            <a:endParaRPr sz="2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195;p4">
            <a:extLst>
              <a:ext uri="{FF2B5EF4-FFF2-40B4-BE49-F238E27FC236}">
                <a16:creationId xmlns:a16="http://schemas.microsoft.com/office/drawing/2014/main" id="{7BC1829D-85FA-323B-0597-B8A07B3E7BFA}"/>
              </a:ext>
            </a:extLst>
          </p:cNvPr>
          <p:cNvSpPr/>
          <p:nvPr/>
        </p:nvSpPr>
        <p:spPr>
          <a:xfrm>
            <a:off x="391046" y="318646"/>
            <a:ext cx="648000" cy="648000"/>
          </a:xfrm>
          <a:prstGeom prst="rect">
            <a:avLst/>
          </a:prstGeom>
          <a:noFill/>
          <a:ln w="9525" cap="flat" cmpd="sng">
            <a:solidFill>
              <a:srgbClr val="BA7C2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E8574D8-3A31-2C55-9C99-CB5A806C8337}"/>
              </a:ext>
            </a:extLst>
          </p:cNvPr>
          <p:cNvGrpSpPr/>
          <p:nvPr/>
        </p:nvGrpSpPr>
        <p:grpSpPr>
          <a:xfrm>
            <a:off x="192139" y="1230923"/>
            <a:ext cx="540000" cy="540000"/>
            <a:chOff x="6788899" y="7758299"/>
            <a:chExt cx="1461319" cy="1524174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35173833-61AE-F182-49CB-F73ED5E5CA03}"/>
                </a:ext>
              </a:extLst>
            </p:cNvPr>
            <p:cNvGrpSpPr/>
            <p:nvPr/>
          </p:nvGrpSpPr>
          <p:grpSpPr>
            <a:xfrm>
              <a:off x="6788899" y="7758299"/>
              <a:ext cx="1461319" cy="1524174"/>
              <a:chOff x="3048000" y="2933700"/>
              <a:chExt cx="2057400" cy="1981200"/>
            </a:xfrm>
          </p:grpSpPr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C75BCD24-C1AD-0B26-46FC-BE00A9D1F63F}"/>
                  </a:ext>
                </a:extLst>
              </p:cNvPr>
              <p:cNvSpPr/>
              <p:nvPr/>
            </p:nvSpPr>
            <p:spPr>
              <a:xfrm>
                <a:off x="3048000" y="2933700"/>
                <a:ext cx="2057400" cy="19812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vi-VN" sz="2400" dirty="0"/>
              </a:p>
            </p:txBody>
          </p:sp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D4C7594B-FAB4-4358-6E4B-5DA0E49310D9}"/>
                  </a:ext>
                </a:extLst>
              </p:cNvPr>
              <p:cNvSpPr/>
              <p:nvPr/>
            </p:nvSpPr>
            <p:spPr>
              <a:xfrm>
                <a:off x="3364310" y="3217287"/>
                <a:ext cx="1447800" cy="1339365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vi-VN" sz="2400" dirty="0"/>
              </a:p>
            </p:txBody>
          </p:sp>
        </p:grp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90281B47-A39F-787B-0675-D17D12F89B19}"/>
                </a:ext>
              </a:extLst>
            </p:cNvPr>
            <p:cNvSpPr/>
            <p:nvPr/>
          </p:nvSpPr>
          <p:spPr>
            <a:xfrm>
              <a:off x="7187601" y="8162609"/>
              <a:ext cx="638973" cy="642036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2400"/>
            </a:p>
          </p:txBody>
        </p:sp>
      </p:grpSp>
      <p:sp>
        <p:nvSpPr>
          <p:cNvPr id="479" name="TextBox 478">
            <a:extLst>
              <a:ext uri="{FF2B5EF4-FFF2-40B4-BE49-F238E27FC236}">
                <a16:creationId xmlns:a16="http://schemas.microsoft.com/office/drawing/2014/main" id="{8D08373D-5265-AFD8-2A05-45E607FCAE4E}"/>
              </a:ext>
            </a:extLst>
          </p:cNvPr>
          <p:cNvSpPr txBox="1"/>
          <p:nvPr/>
        </p:nvSpPr>
        <p:spPr>
          <a:xfrm>
            <a:off x="732139" y="1237879"/>
            <a:ext cx="1706262" cy="375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lnSpc>
                <a:spcPct val="150000"/>
              </a:lnSpc>
              <a:spcAft>
                <a:spcPts val="800"/>
              </a:spcAft>
              <a:buClr>
                <a:schemeClr val="accent5">
                  <a:lumMod val="75000"/>
                </a:schemeClr>
              </a:buClr>
            </a:pPr>
            <a:r>
              <a:rPr lang="vi-VN" b="1" kern="100" dirty="0">
                <a:solidFill>
                  <a:schemeClr val="bg1"/>
                </a:solidFill>
                <a:latin typeface="+mn-lt"/>
                <a:ea typeface="Aptos" panose="020B0004020202020204" pitchFamily="34" charset="0"/>
                <a:cs typeface="Arial" panose="020B0604020202020204" pitchFamily="34" charset="0"/>
              </a:rPr>
              <a:t>Đánh giá mô hình</a:t>
            </a:r>
          </a:p>
        </p:txBody>
      </p:sp>
      <p:sp>
        <p:nvSpPr>
          <p:cNvPr id="534" name="TextBox 533">
            <a:extLst>
              <a:ext uri="{FF2B5EF4-FFF2-40B4-BE49-F238E27FC236}">
                <a16:creationId xmlns:a16="http://schemas.microsoft.com/office/drawing/2014/main" id="{4AA3A26C-2B62-B2A8-91B8-C0E7FDFCEC96}"/>
              </a:ext>
            </a:extLst>
          </p:cNvPr>
          <p:cNvSpPr txBox="1"/>
          <p:nvPr/>
        </p:nvSpPr>
        <p:spPr>
          <a:xfrm>
            <a:off x="7526647" y="8815821"/>
            <a:ext cx="6010887" cy="375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lnSpc>
                <a:spcPct val="150000"/>
              </a:lnSpc>
              <a:spcAft>
                <a:spcPts val="800"/>
              </a:spcAft>
              <a:buClr>
                <a:schemeClr val="accent5">
                  <a:lumMod val="75000"/>
                </a:schemeClr>
              </a:buClr>
            </a:pPr>
            <a:r>
              <a:rPr lang="it-IT" b="1" kern="100">
                <a:solidFill>
                  <a:schemeClr val="bg1"/>
                </a:solidFill>
                <a:latin typeface="+mn-lt"/>
                <a:ea typeface="Aptos" panose="020B0004020202020204" pitchFamily="34" charset="0"/>
                <a:cs typeface="Arial" panose="020B0604020202020204" pitchFamily="34" charset="0"/>
              </a:rPr>
              <a:t>Công cụ: Visual Studio Code, Postman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003ABA1-073B-5C06-B9DA-E37CFB3F58D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33605" y="1230923"/>
            <a:ext cx="3970924" cy="337934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8688DBC-BFA1-CAFD-E441-4046FC1578F0}"/>
              </a:ext>
            </a:extLst>
          </p:cNvPr>
          <p:cNvSpPr txBox="1"/>
          <p:nvPr/>
        </p:nvSpPr>
        <p:spPr>
          <a:xfrm>
            <a:off x="275160" y="1933188"/>
            <a:ext cx="4156024" cy="17708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 algn="just">
              <a:lnSpc>
                <a:spcPct val="150000"/>
              </a:lnSpc>
              <a:spcAft>
                <a:spcPts val="800"/>
              </a:spcAft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q"/>
            </a:pPr>
            <a:r>
              <a:rPr lang="vi-VN" b="1" kern="100" dirty="0">
                <a:solidFill>
                  <a:schemeClr val="bg1"/>
                </a:solidFill>
                <a:latin typeface="+mn-lt"/>
                <a:ea typeface="Aptos" panose="020B0004020202020204" pitchFamily="34" charset="0"/>
                <a:cs typeface="Arial" panose="020B0604020202020204" pitchFamily="34" charset="0"/>
              </a:rPr>
              <a:t>Chỉ số AUC (</a:t>
            </a:r>
            <a:r>
              <a:rPr lang="vi-VN" b="1" kern="100" dirty="0" err="1">
                <a:solidFill>
                  <a:schemeClr val="bg1"/>
                </a:solidFill>
                <a:latin typeface="+mn-lt"/>
                <a:ea typeface="Aptos" panose="020B0004020202020204" pitchFamily="34" charset="0"/>
                <a:cs typeface="Arial" panose="020B0604020202020204" pitchFamily="34" charset="0"/>
              </a:rPr>
              <a:t>Area</a:t>
            </a:r>
            <a:r>
              <a:rPr lang="vi-VN" b="1" kern="100" dirty="0">
                <a:solidFill>
                  <a:schemeClr val="bg1"/>
                </a:solidFill>
                <a:latin typeface="+mn-lt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vi-VN" b="1" kern="100" dirty="0" err="1">
                <a:solidFill>
                  <a:schemeClr val="bg1"/>
                </a:solidFill>
                <a:latin typeface="+mn-lt"/>
                <a:ea typeface="Aptos" panose="020B0004020202020204" pitchFamily="34" charset="0"/>
                <a:cs typeface="Arial" panose="020B0604020202020204" pitchFamily="34" charset="0"/>
              </a:rPr>
              <a:t>Under</a:t>
            </a:r>
            <a:r>
              <a:rPr lang="vi-VN" b="1" kern="100" dirty="0">
                <a:solidFill>
                  <a:schemeClr val="bg1"/>
                </a:solidFill>
                <a:latin typeface="+mn-lt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vi-VN" b="1" kern="100" dirty="0" err="1">
                <a:solidFill>
                  <a:schemeClr val="bg1"/>
                </a:solidFill>
                <a:latin typeface="+mn-lt"/>
                <a:ea typeface="Aptos" panose="020B0004020202020204" pitchFamily="34" charset="0"/>
                <a:cs typeface="Arial" panose="020B0604020202020204" pitchFamily="34" charset="0"/>
              </a:rPr>
              <a:t>Curve</a:t>
            </a:r>
            <a:r>
              <a:rPr lang="vi-VN" b="1" kern="100" dirty="0">
                <a:solidFill>
                  <a:schemeClr val="bg1"/>
                </a:solidFill>
                <a:latin typeface="+mn-lt"/>
                <a:ea typeface="Aptos" panose="020B0004020202020204" pitchFamily="34" charset="0"/>
                <a:cs typeface="Arial" panose="020B0604020202020204" pitchFamily="34" charset="0"/>
              </a:rPr>
              <a:t>): Đạt 0.936 (mức xuất sắc).</a:t>
            </a:r>
          </a:p>
          <a:p>
            <a:pPr marL="285750" lvl="0" indent="-285750" algn="just">
              <a:lnSpc>
                <a:spcPct val="150000"/>
              </a:lnSpc>
              <a:spcAft>
                <a:spcPts val="800"/>
              </a:spcAft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q"/>
            </a:pPr>
            <a:r>
              <a:rPr lang="vi-VN" b="1" kern="100" dirty="0">
                <a:solidFill>
                  <a:schemeClr val="bg1"/>
                </a:solidFill>
                <a:latin typeface="+mn-lt"/>
                <a:ea typeface="Aptos" panose="020B0004020202020204" pitchFamily="34" charset="0"/>
                <a:cs typeface="Arial" panose="020B0604020202020204" pitchFamily="34" charset="0"/>
              </a:rPr>
              <a:t>Đánh giá: Mô hình có khả năng phân tách cực tốt giữa đặc trưng của "Té ngã" và các hành động "Bình thường".</a:t>
            </a:r>
          </a:p>
        </p:txBody>
      </p:sp>
      <p:sp>
        <p:nvSpPr>
          <p:cNvPr id="4" name="Google Shape;158;p1">
            <a:extLst>
              <a:ext uri="{FF2B5EF4-FFF2-40B4-BE49-F238E27FC236}">
                <a16:creationId xmlns:a16="http://schemas.microsoft.com/office/drawing/2014/main" id="{7C724813-C188-AA3E-3C80-2E25CFA785F0}"/>
              </a:ext>
            </a:extLst>
          </p:cNvPr>
          <p:cNvSpPr txBox="1"/>
          <p:nvPr/>
        </p:nvSpPr>
        <p:spPr>
          <a:xfrm>
            <a:off x="8569967" y="4504974"/>
            <a:ext cx="574034" cy="5043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just">
              <a:lnSpc>
                <a:spcPct val="150000"/>
              </a:lnSpc>
            </a:pPr>
            <a:r>
              <a:rPr lang="vi-VN" sz="2000" b="1" dirty="0">
                <a:solidFill>
                  <a:schemeClr val="bg1"/>
                </a:solidFill>
                <a:latin typeface="Montserrat" panose="00000500000000000000" pitchFamily="2" charset="-93"/>
                <a:sym typeface="Montserrat"/>
              </a:rPr>
              <a:t>15</a:t>
            </a:r>
            <a:endParaRPr sz="2000" b="1" dirty="0">
              <a:solidFill>
                <a:schemeClr val="bg1"/>
              </a:solidFill>
              <a:latin typeface="Montserrat" panose="00000500000000000000" pitchFamily="2" charset="-93"/>
              <a:sym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2166937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0">
          <a:extLst>
            <a:ext uri="{FF2B5EF4-FFF2-40B4-BE49-F238E27FC236}">
              <a16:creationId xmlns:a16="http://schemas.microsoft.com/office/drawing/2014/main" id="{0A22DA0F-9330-AC4C-5365-458D655CEA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0" descr="Nhận diện thương hiệu Logo HaUI">
            <a:extLst>
              <a:ext uri="{FF2B5EF4-FFF2-40B4-BE49-F238E27FC236}">
                <a16:creationId xmlns:a16="http://schemas.microsoft.com/office/drawing/2014/main" id="{E92C53A4-52E1-226C-955D-8C30E32F34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245" b="99657" l="343" r="99069">
                        <a14:foregroundMark x1="1415" y1="2252" x2="12206" y2="833"/>
                        <a14:foregroundMark x1="12206" y1="833" x2="83333" y2="1912"/>
                        <a14:foregroundMark x1="89020" y1="686" x2="88873" y2="19559"/>
                        <a14:foregroundMark x1="96324" y1="1667" x2="97108" y2="10588"/>
                        <a14:foregroundMark x1="98922" y1="95637" x2="93971" y2="97549"/>
                        <a14:foregroundMark x1="4118" y1="98529" x2="2843" y2="94657"/>
                        <a14:foregroundMark x1="1225" y1="89853" x2="7941" y2="88480"/>
                        <a14:foregroundMark x1="11814" y1="73333" x2="58578" y2="72059"/>
                        <a14:foregroundMark x1="58578" y1="72059" x2="79559" y2="73333"/>
                        <a14:foregroundMark x1="79559" y1="73333" x2="89804" y2="72892"/>
                        <a14:foregroundMark x1="89804" y1="72892" x2="90490" y2="72892"/>
                        <a14:foregroundMark x1="55784" y1="47549" x2="52206" y2="27304"/>
                        <a14:foregroundMark x1="45147" y1="21765" x2="43922" y2="11029"/>
                        <a14:foregroundMark x1="47108" y1="17892" x2="34412" y2="17108"/>
                        <a14:foregroundMark x1="77843" y1="92745" x2="89020" y2="91078"/>
                        <a14:foregroundMark x1="97549" y1="97990" x2="95490" y2="98529"/>
                        <a14:foregroundMark x1="91765" y1="99363" x2="86520" y2="99363"/>
                        <a14:foregroundMark x1="82108" y1="99363" x2="76176" y2="98284"/>
                        <a14:foregroundMark x1="75196" y1="99510" x2="66373" y2="99657"/>
                        <a14:foregroundMark x1="65686" y1="99657" x2="27402" y2="99216"/>
                        <a14:foregroundMark x1="26863" y1="98971" x2="5882" y2="99069"/>
                        <a14:foregroundMark x1="2843" y1="97990" x2="392" y2="93873"/>
                        <a14:foregroundMark x1="1324" y1="88480" x2="1324" y2="78284"/>
                        <a14:foregroundMark x1="931" y1="76765" x2="2598" y2="66765"/>
                        <a14:foregroundMark x1="2598" y1="66765" x2="1225" y2="61716"/>
                        <a14:foregroundMark x1="931" y1="67255" x2="931" y2="68333"/>
                        <a14:foregroundMark x1="931" y1="61471" x2="931" y2="54706"/>
                        <a14:foregroundMark x1="931" y1="49755" x2="637" y2="38186"/>
                        <a14:foregroundMark x1="1078" y1="35686" x2="637" y2="25931"/>
                        <a14:foregroundMark x1="931" y1="22745" x2="539" y2="9902"/>
                        <a14:foregroundMark x1="56324" y1="1373" x2="70686" y2="1373"/>
                        <a14:foregroundMark x1="74657" y1="1225" x2="85686" y2="1225"/>
                        <a14:foregroundMark x1="97010" y1="1814" x2="98382" y2="4951"/>
                        <a14:foregroundMark x1="98480" y1="6471" x2="99069" y2="14902"/>
                        <a14:foregroundMark x1="99069" y1="16667" x2="98922" y2="72353"/>
                        <a14:foregroundMark x1="98775" y1="74853" x2="99069" y2="91912"/>
                        <a14:backgroundMark x1="931" y1="98676" x2="98" y2="98529"/>
                        <a14:backgroundMark x1="1765" y1="1373" x2="539" y2="1373"/>
                        <a14:backgroundMark x1="99069" y1="980" x2="99069" y2="980"/>
                        <a14:backgroundMark x1="99069" y1="980" x2="99216" y2="980"/>
                        <a14:backgroundMark x1="98922" y1="98824" x2="99608" y2="9882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38174" y="23649"/>
            <a:ext cx="481995" cy="4568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Google Shape;178;p53">
            <a:extLst>
              <a:ext uri="{FF2B5EF4-FFF2-40B4-BE49-F238E27FC236}">
                <a16:creationId xmlns:a16="http://schemas.microsoft.com/office/drawing/2014/main" id="{7CF3DAE0-E1C6-E164-4909-8DFE93F4AFCD}"/>
              </a:ext>
            </a:extLst>
          </p:cNvPr>
          <p:cNvSpPr txBox="1"/>
          <p:nvPr/>
        </p:nvSpPr>
        <p:spPr>
          <a:xfrm>
            <a:off x="1224203" y="-699202"/>
            <a:ext cx="4478808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EF860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Quy trình thực hiện</a:t>
            </a:r>
          </a:p>
        </p:txBody>
      </p:sp>
      <p:sp>
        <p:nvSpPr>
          <p:cNvPr id="24" name="Google Shape;194;p4">
            <a:extLst>
              <a:ext uri="{FF2B5EF4-FFF2-40B4-BE49-F238E27FC236}">
                <a16:creationId xmlns:a16="http://schemas.microsoft.com/office/drawing/2014/main" id="{5643B67E-996F-C777-2314-26C96782CBEE}"/>
              </a:ext>
            </a:extLst>
          </p:cNvPr>
          <p:cNvSpPr txBox="1"/>
          <p:nvPr/>
        </p:nvSpPr>
        <p:spPr>
          <a:xfrm>
            <a:off x="497256" y="-923378"/>
            <a:ext cx="749807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03</a:t>
            </a:r>
            <a:endParaRPr sz="2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195;p4">
            <a:extLst>
              <a:ext uri="{FF2B5EF4-FFF2-40B4-BE49-F238E27FC236}">
                <a16:creationId xmlns:a16="http://schemas.microsoft.com/office/drawing/2014/main" id="{DED973BD-D51B-2A8C-59D6-89223293FC58}"/>
              </a:ext>
            </a:extLst>
          </p:cNvPr>
          <p:cNvSpPr/>
          <p:nvPr/>
        </p:nvSpPr>
        <p:spPr>
          <a:xfrm>
            <a:off x="472326" y="-798954"/>
            <a:ext cx="648000" cy="648000"/>
          </a:xfrm>
          <a:prstGeom prst="rect">
            <a:avLst/>
          </a:prstGeom>
          <a:noFill/>
          <a:ln w="9525" cap="flat" cmpd="sng">
            <a:solidFill>
              <a:srgbClr val="BA7C2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178;p53">
            <a:extLst>
              <a:ext uri="{FF2B5EF4-FFF2-40B4-BE49-F238E27FC236}">
                <a16:creationId xmlns:a16="http://schemas.microsoft.com/office/drawing/2014/main" id="{9C999687-C3CF-E896-B33B-100010B1CD0E}"/>
              </a:ext>
            </a:extLst>
          </p:cNvPr>
          <p:cNvSpPr txBox="1"/>
          <p:nvPr/>
        </p:nvSpPr>
        <p:spPr>
          <a:xfrm>
            <a:off x="1142923" y="418398"/>
            <a:ext cx="4478808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1"/>
            <a:r>
              <a:rPr lang="vi-VN" sz="2400" b="0" i="0" u="none" strike="noStrike" cap="none" dirty="0">
                <a:solidFill>
                  <a:srgbClr val="EF860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Quy trình thực hiện</a:t>
            </a:r>
            <a:endParaRPr sz="2400" b="0" i="0" u="none" strike="noStrike" cap="none" dirty="0">
              <a:solidFill>
                <a:srgbClr val="EF8600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27" name="Google Shape;194;p4">
            <a:extLst>
              <a:ext uri="{FF2B5EF4-FFF2-40B4-BE49-F238E27FC236}">
                <a16:creationId xmlns:a16="http://schemas.microsoft.com/office/drawing/2014/main" id="{A7D10554-A945-383E-B472-63C5B0A4FF43}"/>
              </a:ext>
            </a:extLst>
          </p:cNvPr>
          <p:cNvSpPr txBox="1"/>
          <p:nvPr/>
        </p:nvSpPr>
        <p:spPr>
          <a:xfrm>
            <a:off x="415976" y="194222"/>
            <a:ext cx="749807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-VN" sz="2800" b="0" i="0" u="none" strike="noStrike" cap="none" dirty="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03</a:t>
            </a:r>
            <a:endParaRPr sz="2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195;p4">
            <a:extLst>
              <a:ext uri="{FF2B5EF4-FFF2-40B4-BE49-F238E27FC236}">
                <a16:creationId xmlns:a16="http://schemas.microsoft.com/office/drawing/2014/main" id="{0A1304C2-15F8-48EC-11B8-2BCCEA3E5F60}"/>
              </a:ext>
            </a:extLst>
          </p:cNvPr>
          <p:cNvSpPr/>
          <p:nvPr/>
        </p:nvSpPr>
        <p:spPr>
          <a:xfrm>
            <a:off x="391046" y="318646"/>
            <a:ext cx="648000" cy="648000"/>
          </a:xfrm>
          <a:prstGeom prst="rect">
            <a:avLst/>
          </a:prstGeom>
          <a:noFill/>
          <a:ln w="9525" cap="flat" cmpd="sng">
            <a:solidFill>
              <a:srgbClr val="BA7C2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C443061-C4BA-9C28-970C-6ACF2FDA04D1}"/>
              </a:ext>
            </a:extLst>
          </p:cNvPr>
          <p:cNvGrpSpPr/>
          <p:nvPr/>
        </p:nvGrpSpPr>
        <p:grpSpPr>
          <a:xfrm>
            <a:off x="227256" y="1041822"/>
            <a:ext cx="540000" cy="540000"/>
            <a:chOff x="6788899" y="7758299"/>
            <a:chExt cx="1461319" cy="1524174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DF6206A9-8E1F-5E22-A860-E7B1434ED488}"/>
                </a:ext>
              </a:extLst>
            </p:cNvPr>
            <p:cNvGrpSpPr/>
            <p:nvPr/>
          </p:nvGrpSpPr>
          <p:grpSpPr>
            <a:xfrm>
              <a:off x="6788899" y="7758299"/>
              <a:ext cx="1461319" cy="1524174"/>
              <a:chOff x="3048000" y="2933700"/>
              <a:chExt cx="2057400" cy="1981200"/>
            </a:xfrm>
          </p:grpSpPr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AD316642-E824-05FB-6991-2F2AB73AB646}"/>
                  </a:ext>
                </a:extLst>
              </p:cNvPr>
              <p:cNvSpPr/>
              <p:nvPr/>
            </p:nvSpPr>
            <p:spPr>
              <a:xfrm>
                <a:off x="3048000" y="2933700"/>
                <a:ext cx="2057400" cy="19812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vi-VN" sz="2400" dirty="0"/>
              </a:p>
            </p:txBody>
          </p:sp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CBBB666E-BB38-2B1C-1D13-947E0D48A2F9}"/>
                  </a:ext>
                </a:extLst>
              </p:cNvPr>
              <p:cNvSpPr/>
              <p:nvPr/>
            </p:nvSpPr>
            <p:spPr>
              <a:xfrm>
                <a:off x="3352800" y="3254618"/>
                <a:ext cx="1447800" cy="1339365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vi-VN" sz="2400" dirty="0"/>
              </a:p>
            </p:txBody>
          </p:sp>
        </p:grp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42536A8E-BCD1-502B-3D8B-6E6B6399CECE}"/>
                </a:ext>
              </a:extLst>
            </p:cNvPr>
            <p:cNvSpPr/>
            <p:nvPr/>
          </p:nvSpPr>
          <p:spPr>
            <a:xfrm>
              <a:off x="7200071" y="8199367"/>
              <a:ext cx="638973" cy="642036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2400" dirty="0"/>
            </a:p>
          </p:txBody>
        </p:sp>
      </p:grpSp>
      <p:sp>
        <p:nvSpPr>
          <p:cNvPr id="479" name="TextBox 478">
            <a:extLst>
              <a:ext uri="{FF2B5EF4-FFF2-40B4-BE49-F238E27FC236}">
                <a16:creationId xmlns:a16="http://schemas.microsoft.com/office/drawing/2014/main" id="{2D3B2E2A-0A05-82FB-0AF3-0AEF9C1DEC10}"/>
              </a:ext>
            </a:extLst>
          </p:cNvPr>
          <p:cNvSpPr txBox="1"/>
          <p:nvPr/>
        </p:nvSpPr>
        <p:spPr>
          <a:xfrm>
            <a:off x="767256" y="1124046"/>
            <a:ext cx="2239661" cy="375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lnSpc>
                <a:spcPct val="150000"/>
              </a:lnSpc>
              <a:spcAft>
                <a:spcPts val="800"/>
              </a:spcAft>
              <a:buClr>
                <a:schemeClr val="accent5">
                  <a:lumMod val="75000"/>
                </a:schemeClr>
              </a:buClr>
            </a:pPr>
            <a:r>
              <a:rPr lang="vi-VN" b="1" kern="100" dirty="0">
                <a:solidFill>
                  <a:schemeClr val="bg1"/>
                </a:solidFill>
                <a:latin typeface="+mn-lt"/>
                <a:ea typeface="Aptos" panose="020B0004020202020204" pitchFamily="34" charset="0"/>
                <a:cs typeface="Arial" panose="020B0604020202020204" pitchFamily="34" charset="0"/>
              </a:rPr>
              <a:t>Phát triển hệ thống</a:t>
            </a:r>
          </a:p>
        </p:txBody>
      </p:sp>
      <p:sp>
        <p:nvSpPr>
          <p:cNvPr id="534" name="TextBox 533">
            <a:extLst>
              <a:ext uri="{FF2B5EF4-FFF2-40B4-BE49-F238E27FC236}">
                <a16:creationId xmlns:a16="http://schemas.microsoft.com/office/drawing/2014/main" id="{A6BDAC5B-85EF-ADA9-2452-3573F3C5F21A}"/>
              </a:ext>
            </a:extLst>
          </p:cNvPr>
          <p:cNvSpPr txBox="1"/>
          <p:nvPr/>
        </p:nvSpPr>
        <p:spPr>
          <a:xfrm>
            <a:off x="7526647" y="8815821"/>
            <a:ext cx="6010887" cy="375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lnSpc>
                <a:spcPct val="150000"/>
              </a:lnSpc>
              <a:spcAft>
                <a:spcPts val="800"/>
              </a:spcAft>
              <a:buClr>
                <a:schemeClr val="accent5">
                  <a:lumMod val="75000"/>
                </a:schemeClr>
              </a:buClr>
            </a:pPr>
            <a:r>
              <a:rPr lang="it-IT" b="1" kern="100">
                <a:solidFill>
                  <a:schemeClr val="bg1"/>
                </a:solidFill>
                <a:latin typeface="+mn-lt"/>
                <a:ea typeface="Aptos" panose="020B0004020202020204" pitchFamily="34" charset="0"/>
                <a:cs typeface="Arial" panose="020B0604020202020204" pitchFamily="34" charset="0"/>
              </a:rPr>
              <a:t>Công cụ: Visual Studio Code, Postman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EEFDDB9-11B0-EC04-17CC-35593F286F0B}"/>
              </a:ext>
            </a:extLst>
          </p:cNvPr>
          <p:cNvSpPr txBox="1"/>
          <p:nvPr/>
        </p:nvSpPr>
        <p:spPr>
          <a:xfrm>
            <a:off x="677922" y="1506969"/>
            <a:ext cx="8238821" cy="18979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 algn="just">
              <a:spcAft>
                <a:spcPts val="800"/>
              </a:spcAft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q"/>
            </a:pPr>
            <a:r>
              <a:rPr lang="vi-VN" b="1" kern="100" dirty="0" err="1">
                <a:solidFill>
                  <a:schemeClr val="bg1"/>
                </a:solidFill>
                <a:latin typeface="+mn-lt"/>
                <a:ea typeface="Aptos" panose="020B0004020202020204" pitchFamily="34" charset="0"/>
                <a:cs typeface="Arial" panose="020B0604020202020204" pitchFamily="34" charset="0"/>
              </a:rPr>
              <a:t>Model</a:t>
            </a:r>
            <a:r>
              <a:rPr lang="vi-VN" b="1" kern="100" dirty="0">
                <a:solidFill>
                  <a:schemeClr val="bg1"/>
                </a:solidFill>
                <a:latin typeface="+mn-lt"/>
                <a:ea typeface="Aptos" panose="020B0004020202020204" pitchFamily="34" charset="0"/>
                <a:cs typeface="Arial" panose="020B0604020202020204" pitchFamily="34" charset="0"/>
              </a:rPr>
              <a:t> AI</a:t>
            </a:r>
          </a:p>
          <a:p>
            <a:pPr marL="285750" lvl="0" indent="-285750" algn="just">
              <a:spcAft>
                <a:spcPts val="800"/>
              </a:spcAft>
              <a:buClr>
                <a:schemeClr val="accent5">
                  <a:lumMod val="75000"/>
                </a:schemeClr>
              </a:buClr>
              <a:buFont typeface="Courier New" panose="02070309020205020404" pitchFamily="49" charset="0"/>
              <a:buChar char="o"/>
            </a:pPr>
            <a:r>
              <a:rPr lang="vi-VN" kern="100" dirty="0">
                <a:solidFill>
                  <a:schemeClr val="bg1"/>
                </a:solidFill>
                <a:latin typeface="+mn-lt"/>
                <a:ea typeface="Aptos" panose="020B0004020202020204" pitchFamily="34" charset="0"/>
                <a:cs typeface="Arial" panose="020B0604020202020204" pitchFamily="34" charset="0"/>
              </a:rPr>
              <a:t>YOLOv26-pose: Trích xuất 17 điểm khớp xương người theo thời gian thực.</a:t>
            </a:r>
          </a:p>
          <a:p>
            <a:pPr marL="285750" lvl="0" indent="-285750" algn="just">
              <a:spcAft>
                <a:spcPts val="800"/>
              </a:spcAft>
              <a:buClr>
                <a:schemeClr val="accent5">
                  <a:lumMod val="75000"/>
                </a:schemeClr>
              </a:buClr>
              <a:buFont typeface="Courier New" panose="02070309020205020404" pitchFamily="49" charset="0"/>
              <a:buChar char="o"/>
            </a:pPr>
            <a:r>
              <a:rPr lang="vi-VN" kern="100" dirty="0">
                <a:solidFill>
                  <a:schemeClr val="bg1"/>
                </a:solidFill>
                <a:latin typeface="+mn-lt"/>
                <a:ea typeface="Aptos" panose="020B0004020202020204" pitchFamily="34" charset="0"/>
                <a:cs typeface="Arial" panose="020B0604020202020204" pitchFamily="34" charset="0"/>
              </a:rPr>
              <a:t>ONNX: Chạy mô hình mạng </a:t>
            </a:r>
            <a:r>
              <a:rPr lang="vi-VN" kern="100" dirty="0" err="1">
                <a:solidFill>
                  <a:schemeClr val="bg1"/>
                </a:solidFill>
                <a:latin typeface="+mn-lt"/>
                <a:ea typeface="Aptos" panose="020B0004020202020204" pitchFamily="34" charset="0"/>
                <a:cs typeface="Arial" panose="020B0604020202020204" pitchFamily="34" charset="0"/>
              </a:rPr>
              <a:t>BiLSTM</a:t>
            </a:r>
            <a:r>
              <a:rPr lang="vi-VN" kern="100" dirty="0">
                <a:solidFill>
                  <a:schemeClr val="bg1"/>
                </a:solidFill>
                <a:latin typeface="+mn-lt"/>
                <a:ea typeface="Aptos" panose="020B0004020202020204" pitchFamily="34" charset="0"/>
                <a:cs typeface="Arial" panose="020B0604020202020204" pitchFamily="34" charset="0"/>
              </a:rPr>
              <a:t> siêu nhẹ, giảm độ trễ cho nhận diện thời gian thực.</a:t>
            </a:r>
          </a:p>
          <a:p>
            <a:pPr marL="285750" lvl="0" indent="-285750" algn="just">
              <a:spcAft>
                <a:spcPts val="800"/>
              </a:spcAft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q"/>
            </a:pPr>
            <a:r>
              <a:rPr lang="vi-VN" b="1" kern="100" dirty="0">
                <a:solidFill>
                  <a:schemeClr val="bg1"/>
                </a:solidFill>
                <a:latin typeface="+mn-lt"/>
                <a:ea typeface="Aptos" panose="020B0004020202020204" pitchFamily="34" charset="0"/>
                <a:cs typeface="Arial" panose="020B0604020202020204" pitchFamily="34" charset="0"/>
              </a:rPr>
              <a:t>Khối </a:t>
            </a:r>
            <a:r>
              <a:rPr lang="vi-VN" b="1" kern="100" dirty="0" err="1">
                <a:solidFill>
                  <a:schemeClr val="bg1"/>
                </a:solidFill>
                <a:latin typeface="+mn-lt"/>
                <a:ea typeface="Aptos" panose="020B0004020202020204" pitchFamily="34" charset="0"/>
                <a:cs typeface="Arial" panose="020B0604020202020204" pitchFamily="34" charset="0"/>
              </a:rPr>
              <a:t>Backend</a:t>
            </a:r>
            <a:r>
              <a:rPr lang="vi-VN" b="1" kern="100" dirty="0">
                <a:solidFill>
                  <a:schemeClr val="bg1"/>
                </a:solidFill>
                <a:latin typeface="+mn-lt"/>
                <a:ea typeface="Aptos" panose="020B0004020202020204" pitchFamily="34" charset="0"/>
                <a:cs typeface="Arial" panose="020B0604020202020204" pitchFamily="34" charset="0"/>
              </a:rPr>
              <a:t> &amp; Cơ sở dữ liệu</a:t>
            </a:r>
          </a:p>
          <a:p>
            <a:pPr marL="285750" lvl="0" indent="-285750" algn="just">
              <a:spcAft>
                <a:spcPts val="800"/>
              </a:spcAft>
              <a:buClr>
                <a:schemeClr val="accent5">
                  <a:lumMod val="75000"/>
                </a:schemeClr>
              </a:buClr>
              <a:buFont typeface="Courier New" panose="02070309020205020404" pitchFamily="49" charset="0"/>
              <a:buChar char="o"/>
            </a:pPr>
            <a:r>
              <a:rPr lang="vi-VN" kern="100" dirty="0" err="1">
                <a:solidFill>
                  <a:schemeClr val="bg1"/>
                </a:solidFill>
                <a:latin typeface="+mn-lt"/>
                <a:ea typeface="Aptos" panose="020B0004020202020204" pitchFamily="34" charset="0"/>
                <a:cs typeface="Arial" panose="020B0604020202020204" pitchFamily="34" charset="0"/>
              </a:rPr>
              <a:t>FastAPI</a:t>
            </a:r>
            <a:r>
              <a:rPr lang="vi-VN" kern="100" dirty="0">
                <a:solidFill>
                  <a:schemeClr val="bg1"/>
                </a:solidFill>
                <a:latin typeface="+mn-lt"/>
                <a:ea typeface="Aptos" panose="020B0004020202020204" pitchFamily="34" charset="0"/>
                <a:cs typeface="Arial" panose="020B0604020202020204" pitchFamily="34" charset="0"/>
              </a:rPr>
              <a:t>: Xử lý </a:t>
            </a:r>
            <a:r>
              <a:rPr lang="vi-VN" kern="100" dirty="0" err="1">
                <a:solidFill>
                  <a:schemeClr val="bg1"/>
                </a:solidFill>
                <a:latin typeface="+mn-lt"/>
                <a:ea typeface="Aptos" panose="020B0004020202020204" pitchFamily="34" charset="0"/>
                <a:cs typeface="Arial" panose="020B0604020202020204" pitchFamily="34" charset="0"/>
              </a:rPr>
              <a:t>logic</a:t>
            </a:r>
            <a:r>
              <a:rPr lang="vi-VN" kern="100" dirty="0">
                <a:solidFill>
                  <a:schemeClr val="bg1"/>
                </a:solidFill>
                <a:latin typeface="+mn-lt"/>
                <a:ea typeface="Aptos" panose="020B0004020202020204" pitchFamily="34" charset="0"/>
                <a:cs typeface="Arial" panose="020B0604020202020204" pitchFamily="34" charset="0"/>
              </a:rPr>
              <a:t> trung tâm, tạo API bất đồng bộ tốc độ cao.</a:t>
            </a:r>
          </a:p>
          <a:p>
            <a:pPr marL="285750" lvl="0" indent="-285750" algn="just">
              <a:spcAft>
                <a:spcPts val="800"/>
              </a:spcAft>
              <a:buClr>
                <a:schemeClr val="accent5">
                  <a:lumMod val="75000"/>
                </a:schemeClr>
              </a:buClr>
              <a:buFont typeface="Courier New" panose="02070309020205020404" pitchFamily="49" charset="0"/>
              <a:buChar char="o"/>
            </a:pPr>
            <a:r>
              <a:rPr lang="vi-VN" kern="100" dirty="0" err="1">
                <a:solidFill>
                  <a:schemeClr val="bg1"/>
                </a:solidFill>
                <a:latin typeface="+mn-lt"/>
                <a:ea typeface="Aptos" panose="020B0004020202020204" pitchFamily="34" charset="0"/>
                <a:cs typeface="Arial" panose="020B0604020202020204" pitchFamily="34" charset="0"/>
              </a:rPr>
              <a:t>SQLite</a:t>
            </a:r>
            <a:r>
              <a:rPr lang="vi-VN" kern="100" dirty="0">
                <a:solidFill>
                  <a:schemeClr val="bg1"/>
                </a:solidFill>
                <a:latin typeface="+mn-lt"/>
                <a:ea typeface="Aptos" panose="020B0004020202020204" pitchFamily="34" charset="0"/>
                <a:cs typeface="Arial" panose="020B0604020202020204" pitchFamily="34" charset="0"/>
              </a:rPr>
              <a:t>: Cơ sở dữ liệu lưu trữ lịch sử sự cố (ID, Thời gian, Tỉ lệ dự đoán, Hình ảnh).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EB5808C-3A07-1CEE-DF5A-C92AB7A1E66E}"/>
              </a:ext>
            </a:extLst>
          </p:cNvPr>
          <p:cNvSpPr txBox="1"/>
          <p:nvPr/>
        </p:nvSpPr>
        <p:spPr>
          <a:xfrm>
            <a:off x="677923" y="1440920"/>
            <a:ext cx="8238821" cy="27249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 algn="just">
              <a:lnSpc>
                <a:spcPct val="150000"/>
              </a:lnSpc>
              <a:spcAft>
                <a:spcPts val="800"/>
              </a:spcAft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q"/>
            </a:pPr>
            <a:r>
              <a:rPr lang="vi-VN" b="1" kern="100" dirty="0">
                <a:solidFill>
                  <a:schemeClr val="bg1"/>
                </a:solidFill>
                <a:ea typeface="Aptos" panose="020B0004020202020204" pitchFamily="34" charset="0"/>
                <a:cs typeface="Arial" panose="020B0604020202020204" pitchFamily="34" charset="0"/>
              </a:rPr>
              <a:t>Khối Giao diện &amp; Kết nối </a:t>
            </a:r>
          </a:p>
          <a:p>
            <a:pPr marL="285750" lvl="0" indent="-285750" algn="just">
              <a:lnSpc>
                <a:spcPct val="150000"/>
              </a:lnSpc>
              <a:spcAft>
                <a:spcPts val="800"/>
              </a:spcAft>
              <a:buClr>
                <a:schemeClr val="accent5">
                  <a:lumMod val="75000"/>
                </a:schemeClr>
              </a:buClr>
              <a:buFont typeface="Courier New" panose="02070309020205020404" pitchFamily="49" charset="0"/>
              <a:buChar char="o"/>
            </a:pPr>
            <a:r>
              <a:rPr lang="vi-VN" kern="100" dirty="0">
                <a:solidFill>
                  <a:schemeClr val="bg1"/>
                </a:solidFill>
                <a:ea typeface="Aptos" panose="020B0004020202020204" pitchFamily="34" charset="0"/>
                <a:cs typeface="Arial" panose="020B0604020202020204" pitchFamily="34" charset="0"/>
              </a:rPr>
              <a:t>HTML5/CSS3/</a:t>
            </a:r>
            <a:r>
              <a:rPr lang="vi-VN" kern="100" dirty="0" err="1">
                <a:solidFill>
                  <a:schemeClr val="bg1"/>
                </a:solidFill>
                <a:ea typeface="Aptos" panose="020B0004020202020204" pitchFamily="34" charset="0"/>
                <a:cs typeface="Arial" panose="020B0604020202020204" pitchFamily="34" charset="0"/>
              </a:rPr>
              <a:t>JavaScript</a:t>
            </a:r>
            <a:r>
              <a:rPr lang="vi-VN" kern="100" dirty="0">
                <a:solidFill>
                  <a:schemeClr val="bg1"/>
                </a:solidFill>
                <a:ea typeface="Aptos" panose="020B0004020202020204" pitchFamily="34" charset="0"/>
                <a:cs typeface="Arial" panose="020B0604020202020204" pitchFamily="34" charset="0"/>
              </a:rPr>
              <a:t>: Giao diện </a:t>
            </a:r>
            <a:r>
              <a:rPr lang="vi-VN" kern="100" dirty="0" err="1">
                <a:solidFill>
                  <a:schemeClr val="bg1"/>
                </a:solidFill>
                <a:ea typeface="Aptos" panose="020B0004020202020204" pitchFamily="34" charset="0"/>
                <a:cs typeface="Arial" panose="020B0604020202020204" pitchFamily="34" charset="0"/>
              </a:rPr>
              <a:t>Web</a:t>
            </a:r>
            <a:r>
              <a:rPr lang="vi-VN" kern="100" dirty="0">
                <a:solidFill>
                  <a:schemeClr val="bg1"/>
                </a:solidFill>
                <a:ea typeface="Aptos" panose="020B0004020202020204" pitchFamily="34" charset="0"/>
                <a:cs typeface="Arial" panose="020B0604020202020204" pitchFamily="34" charset="0"/>
              </a:rPr>
              <a:t> (</a:t>
            </a:r>
            <a:r>
              <a:rPr lang="vi-VN" kern="100" dirty="0" err="1">
                <a:solidFill>
                  <a:schemeClr val="bg1"/>
                </a:solidFill>
                <a:ea typeface="Aptos" panose="020B0004020202020204" pitchFamily="34" charset="0"/>
                <a:cs typeface="Arial" panose="020B0604020202020204" pitchFamily="34" charset="0"/>
              </a:rPr>
              <a:t>Dashboard</a:t>
            </a:r>
            <a:r>
              <a:rPr lang="vi-VN" kern="100" dirty="0">
                <a:solidFill>
                  <a:schemeClr val="bg1"/>
                </a:solidFill>
                <a:ea typeface="Aptos" panose="020B0004020202020204" pitchFamily="34" charset="0"/>
                <a:cs typeface="Arial" panose="020B0604020202020204" pitchFamily="34" charset="0"/>
              </a:rPr>
              <a:t>) hiện đại, hỗ trợ </a:t>
            </a:r>
            <a:r>
              <a:rPr lang="vi-VN" kern="100" dirty="0" err="1">
                <a:solidFill>
                  <a:schemeClr val="bg1"/>
                </a:solidFill>
                <a:ea typeface="Aptos" panose="020B0004020202020204" pitchFamily="34" charset="0"/>
                <a:cs typeface="Arial" panose="020B0604020202020204" pitchFamily="34" charset="0"/>
              </a:rPr>
              <a:t>Dark</a:t>
            </a:r>
            <a:r>
              <a:rPr lang="vi-VN" kern="100" dirty="0">
                <a:solidFill>
                  <a:schemeClr val="bg1"/>
                </a:solidFill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vi-VN" kern="100" dirty="0" err="1">
                <a:solidFill>
                  <a:schemeClr val="bg1"/>
                </a:solidFill>
                <a:ea typeface="Aptos" panose="020B0004020202020204" pitchFamily="34" charset="0"/>
                <a:cs typeface="Arial" panose="020B0604020202020204" pitchFamily="34" charset="0"/>
              </a:rPr>
              <a:t>Mode</a:t>
            </a:r>
            <a:r>
              <a:rPr lang="vi-VN" kern="100" dirty="0">
                <a:solidFill>
                  <a:schemeClr val="bg1"/>
                </a:solidFill>
                <a:ea typeface="Aptos" panose="020B0004020202020204" pitchFamily="34" charset="0"/>
                <a:cs typeface="Arial" panose="020B0604020202020204" pitchFamily="34" charset="0"/>
              </a:rPr>
              <a:t>.</a:t>
            </a:r>
          </a:p>
          <a:p>
            <a:pPr marL="285750" lvl="0" indent="-285750" algn="just">
              <a:lnSpc>
                <a:spcPct val="150000"/>
              </a:lnSpc>
              <a:spcAft>
                <a:spcPts val="800"/>
              </a:spcAft>
              <a:buClr>
                <a:schemeClr val="accent5">
                  <a:lumMod val="75000"/>
                </a:schemeClr>
              </a:buClr>
              <a:buFont typeface="Courier New" panose="02070309020205020404" pitchFamily="49" charset="0"/>
              <a:buChar char="o"/>
            </a:pPr>
            <a:r>
              <a:rPr lang="vi-VN" kern="100" dirty="0" err="1">
                <a:solidFill>
                  <a:schemeClr val="bg1"/>
                </a:solidFill>
                <a:ea typeface="Aptos" panose="020B0004020202020204" pitchFamily="34" charset="0"/>
                <a:cs typeface="Arial" panose="020B0604020202020204" pitchFamily="34" charset="0"/>
              </a:rPr>
              <a:t>WebSocket</a:t>
            </a:r>
            <a:r>
              <a:rPr lang="vi-VN" kern="100" dirty="0">
                <a:solidFill>
                  <a:schemeClr val="bg1"/>
                </a:solidFill>
                <a:ea typeface="Aptos" panose="020B0004020202020204" pitchFamily="34" charset="0"/>
                <a:cs typeface="Arial" panose="020B0604020202020204" pitchFamily="34" charset="0"/>
              </a:rPr>
              <a:t>: giúp hệ thống gửi kết quả phát hiện té ngã theo thời gian thực từ </a:t>
            </a:r>
            <a:r>
              <a:rPr lang="vi-VN" kern="100" dirty="0" err="1">
                <a:solidFill>
                  <a:schemeClr val="bg1"/>
                </a:solidFill>
                <a:ea typeface="Aptos" panose="020B0004020202020204" pitchFamily="34" charset="0"/>
                <a:cs typeface="Arial" panose="020B0604020202020204" pitchFamily="34" charset="0"/>
              </a:rPr>
              <a:t>server</a:t>
            </a:r>
            <a:r>
              <a:rPr lang="vi-VN" kern="100" dirty="0">
                <a:solidFill>
                  <a:schemeClr val="bg1"/>
                </a:solidFill>
                <a:ea typeface="Aptos" panose="020B0004020202020204" pitchFamily="34" charset="0"/>
                <a:cs typeface="Arial" panose="020B0604020202020204" pitchFamily="34" charset="0"/>
              </a:rPr>
              <a:t> lên giao diện mà không cần </a:t>
            </a:r>
            <a:r>
              <a:rPr lang="vi-VN" kern="100" dirty="0" err="1">
                <a:solidFill>
                  <a:schemeClr val="bg1"/>
                </a:solidFill>
                <a:ea typeface="Aptos" panose="020B0004020202020204" pitchFamily="34" charset="0"/>
                <a:cs typeface="Arial" panose="020B0604020202020204" pitchFamily="34" charset="0"/>
              </a:rPr>
              <a:t>client</a:t>
            </a:r>
            <a:r>
              <a:rPr lang="vi-VN" kern="100" dirty="0">
                <a:solidFill>
                  <a:schemeClr val="bg1"/>
                </a:solidFill>
                <a:ea typeface="Aptos" panose="020B0004020202020204" pitchFamily="34" charset="0"/>
                <a:cs typeface="Arial" panose="020B0604020202020204" pitchFamily="34" charset="0"/>
              </a:rPr>
              <a:t> liên tục gửi </a:t>
            </a:r>
            <a:r>
              <a:rPr lang="vi-VN" kern="100" dirty="0" err="1">
                <a:solidFill>
                  <a:schemeClr val="bg1"/>
                </a:solidFill>
                <a:ea typeface="Aptos" panose="020B0004020202020204" pitchFamily="34" charset="0"/>
                <a:cs typeface="Arial" panose="020B0604020202020204" pitchFamily="34" charset="0"/>
              </a:rPr>
              <a:t>request</a:t>
            </a:r>
            <a:r>
              <a:rPr lang="vi-VN" kern="100" dirty="0">
                <a:solidFill>
                  <a:schemeClr val="bg1"/>
                </a:solidFill>
                <a:ea typeface="Aptos" panose="020B0004020202020204" pitchFamily="34" charset="0"/>
                <a:cs typeface="Arial" panose="020B0604020202020204" pitchFamily="34" charset="0"/>
              </a:rPr>
              <a:t>.</a:t>
            </a:r>
          </a:p>
          <a:p>
            <a:pPr marL="285750" lvl="0" indent="-285750" algn="just">
              <a:lnSpc>
                <a:spcPct val="150000"/>
              </a:lnSpc>
              <a:spcAft>
                <a:spcPts val="800"/>
              </a:spcAft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q"/>
            </a:pPr>
            <a:r>
              <a:rPr lang="vi-VN" b="1" kern="100" dirty="0">
                <a:solidFill>
                  <a:schemeClr val="bg1"/>
                </a:solidFill>
                <a:ea typeface="Aptos" panose="020B0004020202020204" pitchFamily="34" charset="0"/>
                <a:cs typeface="Arial" panose="020B0604020202020204" pitchFamily="34" charset="0"/>
              </a:rPr>
              <a:t> Khối Cảnh báo từ xa</a:t>
            </a:r>
          </a:p>
          <a:p>
            <a:pPr marL="285750" lvl="0" indent="-285750" algn="just">
              <a:lnSpc>
                <a:spcPct val="150000"/>
              </a:lnSpc>
              <a:spcAft>
                <a:spcPts val="800"/>
              </a:spcAft>
              <a:buClr>
                <a:schemeClr val="accent5">
                  <a:lumMod val="75000"/>
                </a:schemeClr>
              </a:buClr>
              <a:buFont typeface="Courier New" panose="02070309020205020404" pitchFamily="49" charset="0"/>
              <a:buChar char="o"/>
            </a:pPr>
            <a:r>
              <a:rPr lang="vi-VN" kern="100" dirty="0" err="1">
                <a:solidFill>
                  <a:schemeClr val="bg1"/>
                </a:solidFill>
                <a:ea typeface="Aptos" panose="020B0004020202020204" pitchFamily="34" charset="0"/>
                <a:cs typeface="Arial" panose="020B0604020202020204" pitchFamily="34" charset="0"/>
              </a:rPr>
              <a:t>Telegram</a:t>
            </a:r>
            <a:r>
              <a:rPr lang="vi-VN" kern="100" dirty="0">
                <a:solidFill>
                  <a:schemeClr val="bg1"/>
                </a:solidFill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vi-VN" kern="100" dirty="0" err="1">
                <a:solidFill>
                  <a:schemeClr val="bg1"/>
                </a:solidFill>
                <a:ea typeface="Aptos" panose="020B0004020202020204" pitchFamily="34" charset="0"/>
                <a:cs typeface="Arial" panose="020B0604020202020204" pitchFamily="34" charset="0"/>
              </a:rPr>
              <a:t>Bot</a:t>
            </a:r>
            <a:r>
              <a:rPr lang="vi-VN" kern="100" dirty="0">
                <a:solidFill>
                  <a:schemeClr val="bg1"/>
                </a:solidFill>
                <a:ea typeface="Aptos" panose="020B0004020202020204" pitchFamily="34" charset="0"/>
                <a:cs typeface="Arial" panose="020B0604020202020204" pitchFamily="34" charset="0"/>
              </a:rPr>
              <a:t> API: Tự động đẩy tin nhắn khẩn cấp kèm hình ảnh hiện trường về điện thoại người quản lý.</a:t>
            </a:r>
          </a:p>
        </p:txBody>
      </p:sp>
      <p:sp>
        <p:nvSpPr>
          <p:cNvPr id="9" name="Google Shape;158;p1">
            <a:extLst>
              <a:ext uri="{FF2B5EF4-FFF2-40B4-BE49-F238E27FC236}">
                <a16:creationId xmlns:a16="http://schemas.microsoft.com/office/drawing/2014/main" id="{20E76DB8-B200-E230-141C-3F67E2892C59}"/>
              </a:ext>
            </a:extLst>
          </p:cNvPr>
          <p:cNvSpPr txBox="1"/>
          <p:nvPr/>
        </p:nvSpPr>
        <p:spPr>
          <a:xfrm>
            <a:off x="8569967" y="4504974"/>
            <a:ext cx="574034" cy="5043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just">
              <a:lnSpc>
                <a:spcPct val="150000"/>
              </a:lnSpc>
            </a:pPr>
            <a:r>
              <a:rPr lang="vi-VN" sz="2000" b="1" dirty="0">
                <a:solidFill>
                  <a:schemeClr val="bg1"/>
                </a:solidFill>
                <a:latin typeface="Montserrat" panose="00000500000000000000" pitchFamily="2" charset="-93"/>
                <a:sym typeface="Montserrat"/>
              </a:rPr>
              <a:t>16</a:t>
            </a:r>
            <a:endParaRPr sz="2000" b="1" dirty="0">
              <a:solidFill>
                <a:schemeClr val="bg1"/>
              </a:solidFill>
              <a:latin typeface="Montserrat" panose="00000500000000000000" pitchFamily="2" charset="-93"/>
              <a:sym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26642829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  <p:bldP spid="6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0">
          <a:extLst>
            <a:ext uri="{FF2B5EF4-FFF2-40B4-BE49-F238E27FC236}">
              <a16:creationId xmlns:a16="http://schemas.microsoft.com/office/drawing/2014/main" id="{72918109-E137-FD02-26DF-B04A6FBDDD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0" descr="Nhận diện thương hiệu Logo HaUI">
            <a:extLst>
              <a:ext uri="{FF2B5EF4-FFF2-40B4-BE49-F238E27FC236}">
                <a16:creationId xmlns:a16="http://schemas.microsoft.com/office/drawing/2014/main" id="{6DDA02C1-AB77-2E69-D614-8923EB2FEB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245" b="99657" l="343" r="99069">
                        <a14:foregroundMark x1="1415" y1="2252" x2="12206" y2="833"/>
                        <a14:foregroundMark x1="12206" y1="833" x2="83333" y2="1912"/>
                        <a14:foregroundMark x1="89020" y1="686" x2="88873" y2="19559"/>
                        <a14:foregroundMark x1="96324" y1="1667" x2="97108" y2="10588"/>
                        <a14:foregroundMark x1="98922" y1="95637" x2="93971" y2="97549"/>
                        <a14:foregroundMark x1="4118" y1="98529" x2="2843" y2="94657"/>
                        <a14:foregroundMark x1="1225" y1="89853" x2="7941" y2="88480"/>
                        <a14:foregroundMark x1="11814" y1="73333" x2="58578" y2="72059"/>
                        <a14:foregroundMark x1="58578" y1="72059" x2="79559" y2="73333"/>
                        <a14:foregroundMark x1="79559" y1="73333" x2="89804" y2="72892"/>
                        <a14:foregroundMark x1="89804" y1="72892" x2="90490" y2="72892"/>
                        <a14:foregroundMark x1="55784" y1="47549" x2="52206" y2="27304"/>
                        <a14:foregroundMark x1="45147" y1="21765" x2="43922" y2="11029"/>
                        <a14:foregroundMark x1="47108" y1="17892" x2="34412" y2="17108"/>
                        <a14:foregroundMark x1="77843" y1="92745" x2="89020" y2="91078"/>
                        <a14:foregroundMark x1="97549" y1="97990" x2="95490" y2="98529"/>
                        <a14:foregroundMark x1="91765" y1="99363" x2="86520" y2="99363"/>
                        <a14:foregroundMark x1="82108" y1="99363" x2="76176" y2="98284"/>
                        <a14:foregroundMark x1="75196" y1="99510" x2="66373" y2="99657"/>
                        <a14:foregroundMark x1="65686" y1="99657" x2="27402" y2="99216"/>
                        <a14:foregroundMark x1="26863" y1="98971" x2="5882" y2="99069"/>
                        <a14:foregroundMark x1="2843" y1="97990" x2="392" y2="93873"/>
                        <a14:foregroundMark x1="1324" y1="88480" x2="1324" y2="78284"/>
                        <a14:foregroundMark x1="931" y1="76765" x2="2598" y2="66765"/>
                        <a14:foregroundMark x1="2598" y1="66765" x2="1225" y2="61716"/>
                        <a14:foregroundMark x1="931" y1="67255" x2="931" y2="68333"/>
                        <a14:foregroundMark x1="931" y1="61471" x2="931" y2="54706"/>
                        <a14:foregroundMark x1="931" y1="49755" x2="637" y2="38186"/>
                        <a14:foregroundMark x1="1078" y1="35686" x2="637" y2="25931"/>
                        <a14:foregroundMark x1="931" y1="22745" x2="539" y2="9902"/>
                        <a14:foregroundMark x1="56324" y1="1373" x2="70686" y2="1373"/>
                        <a14:foregroundMark x1="74657" y1="1225" x2="85686" y2="1225"/>
                        <a14:foregroundMark x1="97010" y1="1814" x2="98382" y2="4951"/>
                        <a14:foregroundMark x1="98480" y1="6471" x2="99069" y2="14902"/>
                        <a14:foregroundMark x1="99069" y1="16667" x2="98922" y2="72353"/>
                        <a14:foregroundMark x1="98775" y1="74853" x2="99069" y2="91912"/>
                        <a14:backgroundMark x1="931" y1="98676" x2="98" y2="98529"/>
                        <a14:backgroundMark x1="1765" y1="1373" x2="539" y2="1373"/>
                        <a14:backgroundMark x1="99069" y1="980" x2="99069" y2="980"/>
                        <a14:backgroundMark x1="99069" y1="980" x2="99216" y2="980"/>
                        <a14:backgroundMark x1="98922" y1="98824" x2="99608" y2="9882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38174" y="23649"/>
            <a:ext cx="481995" cy="4568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Google Shape;178;p53">
            <a:extLst>
              <a:ext uri="{FF2B5EF4-FFF2-40B4-BE49-F238E27FC236}">
                <a16:creationId xmlns:a16="http://schemas.microsoft.com/office/drawing/2014/main" id="{E917DB0E-51F8-F8C3-2B5C-52DA310A8201}"/>
              </a:ext>
            </a:extLst>
          </p:cNvPr>
          <p:cNvSpPr txBox="1"/>
          <p:nvPr/>
        </p:nvSpPr>
        <p:spPr>
          <a:xfrm>
            <a:off x="1142923" y="418398"/>
            <a:ext cx="4478808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1"/>
            <a:r>
              <a:rPr lang="vi-VN" sz="2400" b="0" i="0" u="none" strike="noStrike" cap="none" dirty="0">
                <a:solidFill>
                  <a:srgbClr val="EF860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Quy trình thực hiện</a:t>
            </a:r>
            <a:endParaRPr sz="2400" b="0" i="0" u="none" strike="noStrike" cap="none" dirty="0">
              <a:solidFill>
                <a:srgbClr val="EF8600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27" name="Google Shape;194;p4">
            <a:extLst>
              <a:ext uri="{FF2B5EF4-FFF2-40B4-BE49-F238E27FC236}">
                <a16:creationId xmlns:a16="http://schemas.microsoft.com/office/drawing/2014/main" id="{6F03FC43-43DD-345A-7FB1-B674E2D60CE3}"/>
              </a:ext>
            </a:extLst>
          </p:cNvPr>
          <p:cNvSpPr txBox="1"/>
          <p:nvPr/>
        </p:nvSpPr>
        <p:spPr>
          <a:xfrm>
            <a:off x="415976" y="194222"/>
            <a:ext cx="749807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-VN" sz="2800" b="0" i="0" u="none" strike="noStrike" cap="none" dirty="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03</a:t>
            </a:r>
            <a:endParaRPr sz="2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195;p4">
            <a:extLst>
              <a:ext uri="{FF2B5EF4-FFF2-40B4-BE49-F238E27FC236}">
                <a16:creationId xmlns:a16="http://schemas.microsoft.com/office/drawing/2014/main" id="{0D207253-819E-C373-B2D6-334C074AFCF5}"/>
              </a:ext>
            </a:extLst>
          </p:cNvPr>
          <p:cNvSpPr/>
          <p:nvPr/>
        </p:nvSpPr>
        <p:spPr>
          <a:xfrm>
            <a:off x="391046" y="318646"/>
            <a:ext cx="648000" cy="648000"/>
          </a:xfrm>
          <a:prstGeom prst="rect">
            <a:avLst/>
          </a:prstGeom>
          <a:noFill/>
          <a:ln w="9525" cap="flat" cmpd="sng">
            <a:solidFill>
              <a:srgbClr val="BA7C2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9957073-D164-5295-376A-991C6654DD9A}"/>
              </a:ext>
            </a:extLst>
          </p:cNvPr>
          <p:cNvGrpSpPr/>
          <p:nvPr/>
        </p:nvGrpSpPr>
        <p:grpSpPr>
          <a:xfrm>
            <a:off x="227256" y="1041822"/>
            <a:ext cx="540000" cy="540000"/>
            <a:chOff x="6788899" y="7758299"/>
            <a:chExt cx="1461319" cy="1524174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C89283C2-AC00-F40D-D073-66625491C94B}"/>
                </a:ext>
              </a:extLst>
            </p:cNvPr>
            <p:cNvGrpSpPr/>
            <p:nvPr/>
          </p:nvGrpSpPr>
          <p:grpSpPr>
            <a:xfrm>
              <a:off x="6788899" y="7758299"/>
              <a:ext cx="1461319" cy="1524174"/>
              <a:chOff x="3048000" y="2933700"/>
              <a:chExt cx="2057400" cy="1981200"/>
            </a:xfrm>
          </p:grpSpPr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F8385506-1041-71B7-2D0A-325E63FBB09C}"/>
                  </a:ext>
                </a:extLst>
              </p:cNvPr>
              <p:cNvSpPr/>
              <p:nvPr/>
            </p:nvSpPr>
            <p:spPr>
              <a:xfrm>
                <a:off x="3048000" y="2933700"/>
                <a:ext cx="2057400" cy="19812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vi-VN" sz="2400" dirty="0"/>
              </a:p>
            </p:txBody>
          </p:sp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7D4DD918-2946-AF4D-4E18-F31D62D72219}"/>
                  </a:ext>
                </a:extLst>
              </p:cNvPr>
              <p:cNvSpPr/>
              <p:nvPr/>
            </p:nvSpPr>
            <p:spPr>
              <a:xfrm>
                <a:off x="3352800" y="3254618"/>
                <a:ext cx="1447800" cy="1339365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vi-VN" sz="2400" dirty="0"/>
              </a:p>
            </p:txBody>
          </p:sp>
        </p:grp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604CC921-E0B3-3A23-CB22-988E586D7E89}"/>
                </a:ext>
              </a:extLst>
            </p:cNvPr>
            <p:cNvSpPr/>
            <p:nvPr/>
          </p:nvSpPr>
          <p:spPr>
            <a:xfrm>
              <a:off x="7200071" y="8199367"/>
              <a:ext cx="638973" cy="642036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2400" dirty="0"/>
            </a:p>
          </p:txBody>
        </p:sp>
      </p:grpSp>
      <p:sp>
        <p:nvSpPr>
          <p:cNvPr id="479" name="TextBox 478">
            <a:extLst>
              <a:ext uri="{FF2B5EF4-FFF2-40B4-BE49-F238E27FC236}">
                <a16:creationId xmlns:a16="http://schemas.microsoft.com/office/drawing/2014/main" id="{3CAA6A36-1A5C-989F-26A0-E392D3436005}"/>
              </a:ext>
            </a:extLst>
          </p:cNvPr>
          <p:cNvSpPr txBox="1"/>
          <p:nvPr/>
        </p:nvSpPr>
        <p:spPr>
          <a:xfrm>
            <a:off x="767256" y="1124046"/>
            <a:ext cx="2239661" cy="375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lnSpc>
                <a:spcPct val="150000"/>
              </a:lnSpc>
              <a:spcAft>
                <a:spcPts val="800"/>
              </a:spcAft>
              <a:buClr>
                <a:schemeClr val="accent5">
                  <a:lumMod val="75000"/>
                </a:schemeClr>
              </a:buClr>
            </a:pPr>
            <a:r>
              <a:rPr lang="vi-VN" b="1" kern="100" dirty="0">
                <a:solidFill>
                  <a:schemeClr val="bg1"/>
                </a:solidFill>
                <a:latin typeface="+mn-lt"/>
                <a:ea typeface="Aptos" panose="020B0004020202020204" pitchFamily="34" charset="0"/>
                <a:cs typeface="Arial" panose="020B0604020202020204" pitchFamily="34" charset="0"/>
              </a:rPr>
              <a:t>Phát triển hệ thống</a:t>
            </a:r>
          </a:p>
        </p:txBody>
      </p:sp>
      <p:sp>
        <p:nvSpPr>
          <p:cNvPr id="534" name="TextBox 533">
            <a:extLst>
              <a:ext uri="{FF2B5EF4-FFF2-40B4-BE49-F238E27FC236}">
                <a16:creationId xmlns:a16="http://schemas.microsoft.com/office/drawing/2014/main" id="{8F71AB55-46E7-D3EC-BEFF-EC910860F085}"/>
              </a:ext>
            </a:extLst>
          </p:cNvPr>
          <p:cNvSpPr txBox="1"/>
          <p:nvPr/>
        </p:nvSpPr>
        <p:spPr>
          <a:xfrm>
            <a:off x="7526647" y="8815821"/>
            <a:ext cx="6010887" cy="375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lnSpc>
                <a:spcPct val="150000"/>
              </a:lnSpc>
              <a:spcAft>
                <a:spcPts val="800"/>
              </a:spcAft>
              <a:buClr>
                <a:schemeClr val="accent5">
                  <a:lumMod val="75000"/>
                </a:schemeClr>
              </a:buClr>
            </a:pPr>
            <a:r>
              <a:rPr lang="it-IT" b="1" kern="100">
                <a:solidFill>
                  <a:schemeClr val="bg1"/>
                </a:solidFill>
                <a:latin typeface="+mn-lt"/>
                <a:ea typeface="Aptos" panose="020B0004020202020204" pitchFamily="34" charset="0"/>
                <a:cs typeface="Arial" panose="020B0604020202020204" pitchFamily="34" charset="0"/>
              </a:rPr>
              <a:t>Công cụ: Visual Studio Code, Postman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78C60B4-BD37-3493-8AC7-7BC683FD0A1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0326" y="1650648"/>
            <a:ext cx="6931474" cy="2961005"/>
          </a:xfrm>
          <a:prstGeom prst="rect">
            <a:avLst/>
          </a:prstGeom>
        </p:spPr>
      </p:pic>
      <p:sp>
        <p:nvSpPr>
          <p:cNvPr id="4" name="Google Shape;158;p1">
            <a:extLst>
              <a:ext uri="{FF2B5EF4-FFF2-40B4-BE49-F238E27FC236}">
                <a16:creationId xmlns:a16="http://schemas.microsoft.com/office/drawing/2014/main" id="{E619A8DB-B5D2-ABC6-68E8-31825614A1F6}"/>
              </a:ext>
            </a:extLst>
          </p:cNvPr>
          <p:cNvSpPr txBox="1"/>
          <p:nvPr/>
        </p:nvSpPr>
        <p:spPr>
          <a:xfrm>
            <a:off x="8569967" y="4504974"/>
            <a:ext cx="574034" cy="5043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just">
              <a:lnSpc>
                <a:spcPct val="150000"/>
              </a:lnSpc>
            </a:pPr>
            <a:r>
              <a:rPr lang="vi-VN" sz="2000" b="1" dirty="0">
                <a:solidFill>
                  <a:schemeClr val="bg1"/>
                </a:solidFill>
                <a:latin typeface="Montserrat" panose="00000500000000000000" pitchFamily="2" charset="-93"/>
                <a:sym typeface="Montserrat"/>
              </a:rPr>
              <a:t>17</a:t>
            </a:r>
            <a:endParaRPr sz="2000" b="1" dirty="0">
              <a:solidFill>
                <a:schemeClr val="bg1"/>
              </a:solidFill>
              <a:latin typeface="Montserrat" panose="00000500000000000000" pitchFamily="2" charset="-93"/>
              <a:sym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2561689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0">
          <a:extLst>
            <a:ext uri="{FF2B5EF4-FFF2-40B4-BE49-F238E27FC236}">
              <a16:creationId xmlns:a16="http://schemas.microsoft.com/office/drawing/2014/main" id="{EDEFC10D-EB6E-7F42-C5EE-97D802F2F1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178;p53">
            <a:extLst>
              <a:ext uri="{FF2B5EF4-FFF2-40B4-BE49-F238E27FC236}">
                <a16:creationId xmlns:a16="http://schemas.microsoft.com/office/drawing/2014/main" id="{B21034E1-A789-C63A-AE76-B9F09A44CD41}"/>
              </a:ext>
            </a:extLst>
          </p:cNvPr>
          <p:cNvSpPr txBox="1"/>
          <p:nvPr/>
        </p:nvSpPr>
        <p:spPr>
          <a:xfrm>
            <a:off x="1142923" y="418398"/>
            <a:ext cx="4478808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-VN" sz="2400" b="0" i="0" u="none" strike="noStrike" cap="none" dirty="0">
                <a:solidFill>
                  <a:srgbClr val="EF860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Kết quả đạt được</a:t>
            </a:r>
            <a:endParaRPr sz="2400" b="0" i="0" u="none" strike="noStrike" cap="none" dirty="0">
              <a:solidFill>
                <a:srgbClr val="EF8600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33" name="Google Shape;194;p4">
            <a:extLst>
              <a:ext uri="{FF2B5EF4-FFF2-40B4-BE49-F238E27FC236}">
                <a16:creationId xmlns:a16="http://schemas.microsoft.com/office/drawing/2014/main" id="{F0C63916-722C-D062-40A2-A747C5E1468C}"/>
              </a:ext>
            </a:extLst>
          </p:cNvPr>
          <p:cNvSpPr txBox="1"/>
          <p:nvPr/>
        </p:nvSpPr>
        <p:spPr>
          <a:xfrm>
            <a:off x="415976" y="194222"/>
            <a:ext cx="749807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-VN" sz="2800" b="0" i="0" u="none" strike="noStrike" cap="none" dirty="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04</a:t>
            </a:r>
            <a:endParaRPr sz="2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195;p4">
            <a:extLst>
              <a:ext uri="{FF2B5EF4-FFF2-40B4-BE49-F238E27FC236}">
                <a16:creationId xmlns:a16="http://schemas.microsoft.com/office/drawing/2014/main" id="{A3FE740B-FF76-4226-50BD-0704A52029CE}"/>
              </a:ext>
            </a:extLst>
          </p:cNvPr>
          <p:cNvSpPr/>
          <p:nvPr/>
        </p:nvSpPr>
        <p:spPr>
          <a:xfrm>
            <a:off x="391046" y="318646"/>
            <a:ext cx="648000" cy="648000"/>
          </a:xfrm>
          <a:prstGeom prst="rect">
            <a:avLst/>
          </a:prstGeom>
          <a:noFill/>
          <a:ln w="9525" cap="flat" cmpd="sng">
            <a:solidFill>
              <a:srgbClr val="BA7C2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5" name="Picture 10" descr="Nhận diện thương hiệu Logo HaUI">
            <a:extLst>
              <a:ext uri="{FF2B5EF4-FFF2-40B4-BE49-F238E27FC236}">
                <a16:creationId xmlns:a16="http://schemas.microsoft.com/office/drawing/2014/main" id="{68EF1D56-2851-948F-9C56-8F2538CA3F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245" b="99657" l="343" r="99069">
                        <a14:foregroundMark x1="1415" y1="2252" x2="12206" y2="833"/>
                        <a14:foregroundMark x1="12206" y1="833" x2="83333" y2="1912"/>
                        <a14:foregroundMark x1="89020" y1="686" x2="88873" y2="19559"/>
                        <a14:foregroundMark x1="96324" y1="1667" x2="97108" y2="10588"/>
                        <a14:foregroundMark x1="98922" y1="95637" x2="93971" y2="97549"/>
                        <a14:foregroundMark x1="4118" y1="98529" x2="2843" y2="94657"/>
                        <a14:foregroundMark x1="1225" y1="89853" x2="7941" y2="88480"/>
                        <a14:foregroundMark x1="11814" y1="73333" x2="58578" y2="72059"/>
                        <a14:foregroundMark x1="58578" y1="72059" x2="79559" y2="73333"/>
                        <a14:foregroundMark x1="79559" y1="73333" x2="89804" y2="72892"/>
                        <a14:foregroundMark x1="89804" y1="72892" x2="90490" y2="72892"/>
                        <a14:foregroundMark x1="55784" y1="47549" x2="52206" y2="27304"/>
                        <a14:foregroundMark x1="45147" y1="21765" x2="43922" y2="11029"/>
                        <a14:foregroundMark x1="47108" y1="17892" x2="34412" y2="17108"/>
                        <a14:foregroundMark x1="77843" y1="92745" x2="89020" y2="91078"/>
                        <a14:foregroundMark x1="97549" y1="97990" x2="95490" y2="98529"/>
                        <a14:foregroundMark x1="91765" y1="99363" x2="86520" y2="99363"/>
                        <a14:foregroundMark x1="82108" y1="99363" x2="76176" y2="98284"/>
                        <a14:foregroundMark x1="75196" y1="99510" x2="66373" y2="99657"/>
                        <a14:foregroundMark x1="65686" y1="99657" x2="27402" y2="99216"/>
                        <a14:foregroundMark x1="26863" y1="98971" x2="5882" y2="99069"/>
                        <a14:foregroundMark x1="2843" y1="97990" x2="392" y2="93873"/>
                        <a14:foregroundMark x1="1324" y1="88480" x2="1324" y2="78284"/>
                        <a14:foregroundMark x1="931" y1="76765" x2="2598" y2="66765"/>
                        <a14:foregroundMark x1="2598" y1="66765" x2="1225" y2="61716"/>
                        <a14:foregroundMark x1="931" y1="67255" x2="931" y2="68333"/>
                        <a14:foregroundMark x1="931" y1="61471" x2="931" y2="54706"/>
                        <a14:foregroundMark x1="931" y1="49755" x2="637" y2="38186"/>
                        <a14:foregroundMark x1="1078" y1="35686" x2="637" y2="25931"/>
                        <a14:foregroundMark x1="931" y1="22745" x2="539" y2="9902"/>
                        <a14:foregroundMark x1="56324" y1="1373" x2="70686" y2="1373"/>
                        <a14:foregroundMark x1="74657" y1="1225" x2="85686" y2="1225"/>
                        <a14:foregroundMark x1="97010" y1="1814" x2="98382" y2="4951"/>
                        <a14:foregroundMark x1="98480" y1="6471" x2="99069" y2="14902"/>
                        <a14:foregroundMark x1="99069" y1="16667" x2="98922" y2="72353"/>
                        <a14:foregroundMark x1="98775" y1="74853" x2="99069" y2="91912"/>
                        <a14:backgroundMark x1="931" y1="98676" x2="98" y2="98529"/>
                        <a14:backgroundMark x1="1765" y1="1373" x2="539" y2="1373"/>
                        <a14:backgroundMark x1="99069" y1="980" x2="99069" y2="980"/>
                        <a14:backgroundMark x1="99069" y1="980" x2="99216" y2="980"/>
                        <a14:backgroundMark x1="98922" y1="98824" x2="99608" y2="9882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38174" y="23649"/>
            <a:ext cx="481995" cy="4568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" name="Rectangle 35">
            <a:extLst>
              <a:ext uri="{FF2B5EF4-FFF2-40B4-BE49-F238E27FC236}">
                <a16:creationId xmlns:a16="http://schemas.microsoft.com/office/drawing/2014/main" id="{ED07D2E6-89E4-ADBE-2613-18E9C970D6A3}"/>
              </a:ext>
            </a:extLst>
          </p:cNvPr>
          <p:cNvSpPr/>
          <p:nvPr/>
        </p:nvSpPr>
        <p:spPr>
          <a:xfrm>
            <a:off x="6413535" y="1258899"/>
            <a:ext cx="72000" cy="32400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35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615" name="Group 614">
            <a:extLst>
              <a:ext uri="{FF2B5EF4-FFF2-40B4-BE49-F238E27FC236}">
                <a16:creationId xmlns:a16="http://schemas.microsoft.com/office/drawing/2014/main" id="{C86A3129-0AC1-7452-5214-8F91392A39A5}"/>
              </a:ext>
            </a:extLst>
          </p:cNvPr>
          <p:cNvGrpSpPr/>
          <p:nvPr/>
        </p:nvGrpSpPr>
        <p:grpSpPr>
          <a:xfrm>
            <a:off x="4291873" y="1228985"/>
            <a:ext cx="2270147" cy="923263"/>
            <a:chOff x="4291873" y="1228985"/>
            <a:chExt cx="2270147" cy="923263"/>
          </a:xfrm>
        </p:grpSpPr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2A868C36-C008-C60E-1681-050ABD63B7EB}"/>
                </a:ext>
              </a:extLst>
            </p:cNvPr>
            <p:cNvGrpSpPr/>
            <p:nvPr/>
          </p:nvGrpSpPr>
          <p:grpSpPr>
            <a:xfrm>
              <a:off x="4291873" y="1228985"/>
              <a:ext cx="2270147" cy="923263"/>
              <a:chOff x="3209495" y="1239527"/>
              <a:chExt cx="2982043" cy="1297046"/>
            </a:xfrm>
          </p:grpSpPr>
          <p:grpSp>
            <p:nvGrpSpPr>
              <p:cNvPr id="38" name="Group 37">
                <a:extLst>
                  <a:ext uri="{FF2B5EF4-FFF2-40B4-BE49-F238E27FC236}">
                    <a16:creationId xmlns:a16="http://schemas.microsoft.com/office/drawing/2014/main" id="{409E3BCD-55E6-D9E6-A699-B2C1ECA3A309}"/>
                  </a:ext>
                </a:extLst>
              </p:cNvPr>
              <p:cNvGrpSpPr/>
              <p:nvPr/>
            </p:nvGrpSpPr>
            <p:grpSpPr>
              <a:xfrm>
                <a:off x="3213932" y="1272208"/>
                <a:ext cx="2977606" cy="1264365"/>
                <a:chOff x="2519014" y="285750"/>
                <a:chExt cx="3768031" cy="1600000"/>
              </a:xfrm>
            </p:grpSpPr>
            <p:grpSp>
              <p:nvGrpSpPr>
                <p:cNvPr id="44" name="Group 43">
                  <a:extLst>
                    <a:ext uri="{FF2B5EF4-FFF2-40B4-BE49-F238E27FC236}">
                      <a16:creationId xmlns:a16="http://schemas.microsoft.com/office/drawing/2014/main" id="{9E112BD3-13AD-7185-118C-D75A1BAA2443}"/>
                    </a:ext>
                  </a:extLst>
                </p:cNvPr>
                <p:cNvGrpSpPr/>
                <p:nvPr/>
              </p:nvGrpSpPr>
              <p:grpSpPr>
                <a:xfrm>
                  <a:off x="5518150" y="867691"/>
                  <a:ext cx="768895" cy="436118"/>
                  <a:chOff x="5518150" y="880491"/>
                  <a:chExt cx="768895" cy="436118"/>
                </a:xfrm>
              </p:grpSpPr>
              <p:grpSp>
                <p:nvGrpSpPr>
                  <p:cNvPr id="48" name="Group 47">
                    <a:extLst>
                      <a:ext uri="{FF2B5EF4-FFF2-40B4-BE49-F238E27FC236}">
                        <a16:creationId xmlns:a16="http://schemas.microsoft.com/office/drawing/2014/main" id="{939A3034-1953-00B2-4EFB-4E1FA245358B}"/>
                      </a:ext>
                    </a:extLst>
                  </p:cNvPr>
                  <p:cNvGrpSpPr/>
                  <p:nvPr/>
                </p:nvGrpSpPr>
                <p:grpSpPr>
                  <a:xfrm>
                    <a:off x="5850927" y="880491"/>
                    <a:ext cx="436118" cy="436118"/>
                    <a:chOff x="5850927" y="880491"/>
                    <a:chExt cx="436118" cy="436118"/>
                  </a:xfrm>
                </p:grpSpPr>
                <p:sp>
                  <p:nvSpPr>
                    <p:cNvPr id="50" name="Oval 49">
                      <a:extLst>
                        <a:ext uri="{FF2B5EF4-FFF2-40B4-BE49-F238E27FC236}">
                          <a16:creationId xmlns:a16="http://schemas.microsoft.com/office/drawing/2014/main" id="{DFC3B409-551E-C7AC-AC37-C986ED3DA70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850927" y="880491"/>
                      <a:ext cx="436118" cy="436118"/>
                    </a:xfrm>
                    <a:prstGeom prst="ellipse">
                      <a:avLst/>
                    </a:prstGeom>
                    <a:solidFill>
                      <a:schemeClr val="accent5">
                        <a:lumMod val="50000"/>
                      </a:schemeClr>
                    </a:solidFill>
                    <a:ln>
                      <a:solidFill>
                        <a:schemeClr val="accent5">
                          <a:lumMod val="50000"/>
                        </a:schemeClr>
                      </a:solidFill>
                    </a:ln>
                    <a:effectLst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sz="135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51" name="Oval 50">
                      <a:extLst>
                        <a:ext uri="{FF2B5EF4-FFF2-40B4-BE49-F238E27FC236}">
                          <a16:creationId xmlns:a16="http://schemas.microsoft.com/office/drawing/2014/main" id="{0B62A970-E6AE-4091-1D86-E12F61F2D08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917711" y="947275"/>
                      <a:ext cx="302551" cy="302551"/>
                    </a:xfrm>
                    <a:prstGeom prst="ellipse">
                      <a:avLst/>
                    </a:prstGeom>
                    <a:solidFill>
                      <a:schemeClr val="bg1">
                        <a:lumMod val="95000"/>
                      </a:schemeClr>
                    </a:solidFill>
                    <a:ln>
                      <a:noFill/>
                    </a:ln>
                    <a:effectLst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sz="135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</p:grpSp>
              <p:sp>
                <p:nvSpPr>
                  <p:cNvPr id="49" name="Rectangle 48">
                    <a:extLst>
                      <a:ext uri="{FF2B5EF4-FFF2-40B4-BE49-F238E27FC236}">
                        <a16:creationId xmlns:a16="http://schemas.microsoft.com/office/drawing/2014/main" id="{60B2D36F-EF0B-7004-EDBF-639BF6FAAD08}"/>
                      </a:ext>
                    </a:extLst>
                  </p:cNvPr>
                  <p:cNvSpPr/>
                  <p:nvPr/>
                </p:nvSpPr>
                <p:spPr>
                  <a:xfrm>
                    <a:off x="5518150" y="1024731"/>
                    <a:ext cx="355600" cy="147638"/>
                  </a:xfrm>
                  <a:prstGeom prst="rect">
                    <a:avLst/>
                  </a:prstGeom>
                  <a:solidFill>
                    <a:schemeClr val="accent5">
                      <a:lumMod val="50000"/>
                    </a:schemeClr>
                  </a:solidFill>
                  <a:ln>
                    <a:noFill/>
                  </a:ln>
                  <a:effectLst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sz="135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p:grpSp>
            <p:grpSp>
              <p:nvGrpSpPr>
                <p:cNvPr id="45" name="Group 44">
                  <a:extLst>
                    <a:ext uri="{FF2B5EF4-FFF2-40B4-BE49-F238E27FC236}">
                      <a16:creationId xmlns:a16="http://schemas.microsoft.com/office/drawing/2014/main" id="{6E20E779-D950-3001-CCFD-EE74FD842901}"/>
                    </a:ext>
                  </a:extLst>
                </p:cNvPr>
                <p:cNvGrpSpPr/>
                <p:nvPr/>
              </p:nvGrpSpPr>
              <p:grpSpPr>
                <a:xfrm>
                  <a:off x="2519014" y="285750"/>
                  <a:ext cx="2997678" cy="1600000"/>
                  <a:chOff x="2519014" y="285750"/>
                  <a:chExt cx="2997678" cy="1600000"/>
                </a:xfrm>
              </p:grpSpPr>
              <p:sp>
                <p:nvSpPr>
                  <p:cNvPr id="46" name="Rounded Rectangle 143">
                    <a:extLst>
                      <a:ext uri="{FF2B5EF4-FFF2-40B4-BE49-F238E27FC236}">
                        <a16:creationId xmlns:a16="http://schemas.microsoft.com/office/drawing/2014/main" id="{53AB4CC7-ABBF-914B-6378-589F9D7E765A}"/>
                      </a:ext>
                    </a:extLst>
                  </p:cNvPr>
                  <p:cNvSpPr/>
                  <p:nvPr/>
                </p:nvSpPr>
                <p:spPr>
                  <a:xfrm>
                    <a:off x="2524566" y="285750"/>
                    <a:ext cx="2992126" cy="1600000"/>
                  </a:xfrm>
                  <a:prstGeom prst="roundRect">
                    <a:avLst>
                      <a:gd name="adj" fmla="val 13911"/>
                    </a:avLst>
                  </a:prstGeom>
                  <a:solidFill>
                    <a:schemeClr val="accent5">
                      <a:lumMod val="50000"/>
                    </a:schemeClr>
                  </a:solidFill>
                  <a:ln>
                    <a:noFill/>
                  </a:ln>
                  <a:effectLst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sz="135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47" name="Round Single Corner Rectangle 196">
                    <a:extLst>
                      <a:ext uri="{FF2B5EF4-FFF2-40B4-BE49-F238E27FC236}">
                        <a16:creationId xmlns:a16="http://schemas.microsoft.com/office/drawing/2014/main" id="{56978079-1ADC-E427-7306-379E699497CF}"/>
                      </a:ext>
                    </a:extLst>
                  </p:cNvPr>
                  <p:cNvSpPr/>
                  <p:nvPr/>
                </p:nvSpPr>
                <p:spPr>
                  <a:xfrm flipH="1">
                    <a:off x="2519014" y="285750"/>
                    <a:ext cx="652798" cy="556690"/>
                  </a:xfrm>
                  <a:prstGeom prst="round1Rect">
                    <a:avLst>
                      <a:gd name="adj" fmla="val 24121"/>
                    </a:avLst>
                  </a:prstGeom>
                  <a:solidFill>
                    <a:schemeClr val="bg1">
                      <a:lumMod val="95000"/>
                    </a:schemeClr>
                  </a:solidFill>
                  <a:ln>
                    <a:noFill/>
                  </a:ln>
                  <a:effectLst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sz="135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p:grpSp>
          </p:grpSp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0234135A-7129-050F-66E0-BD16994609E7}"/>
                  </a:ext>
                </a:extLst>
              </p:cNvPr>
              <p:cNvSpPr txBox="1"/>
              <p:nvPr/>
            </p:nvSpPr>
            <p:spPr>
              <a:xfrm flipH="1">
                <a:off x="3209495" y="1239527"/>
                <a:ext cx="524739" cy="453998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ctr"/>
                <a:r>
                  <a:rPr lang="en-US" sz="1500" b="1" i="1" dirty="0">
                    <a:solidFill>
                      <a:schemeClr val="accent5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01</a:t>
                </a:r>
              </a:p>
            </p:txBody>
          </p:sp>
        </p:grpSp>
        <p:sp>
          <p:nvSpPr>
            <p:cNvPr id="610" name="TextBox 609">
              <a:extLst>
                <a:ext uri="{FF2B5EF4-FFF2-40B4-BE49-F238E27FC236}">
                  <a16:creationId xmlns:a16="http://schemas.microsoft.com/office/drawing/2014/main" id="{0916297C-212E-4819-C668-EC9B211F087F}"/>
                </a:ext>
              </a:extLst>
            </p:cNvPr>
            <p:cNvSpPr txBox="1"/>
            <p:nvPr/>
          </p:nvSpPr>
          <p:spPr>
            <a:xfrm>
              <a:off x="4295251" y="1506250"/>
              <a:ext cx="2156460" cy="37555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 algn="just">
                <a:lnSpc>
                  <a:spcPct val="150000"/>
                </a:lnSpc>
                <a:spcAft>
                  <a:spcPts val="800"/>
                </a:spcAft>
                <a:buClr>
                  <a:schemeClr val="accent5">
                    <a:lumMod val="75000"/>
                  </a:schemeClr>
                </a:buClr>
              </a:pPr>
              <a:r>
                <a:rPr lang="vi-VN" b="1" kern="100" dirty="0">
                  <a:solidFill>
                    <a:schemeClr val="bg1"/>
                  </a:solidFill>
                  <a:latin typeface="+mn-lt"/>
                  <a:ea typeface="Aptos" panose="020B0004020202020204" pitchFamily="34" charset="0"/>
                  <a:cs typeface="Arial" panose="020B0604020202020204" pitchFamily="34" charset="0"/>
                </a:rPr>
                <a:t>Giám sát trực tuyến</a:t>
              </a:r>
            </a:p>
          </p:txBody>
        </p:sp>
      </p:grpSp>
      <p:grpSp>
        <p:nvGrpSpPr>
          <p:cNvPr id="616" name="Group 615">
            <a:extLst>
              <a:ext uri="{FF2B5EF4-FFF2-40B4-BE49-F238E27FC236}">
                <a16:creationId xmlns:a16="http://schemas.microsoft.com/office/drawing/2014/main" id="{3C0F61E1-C512-7E2C-934F-B116E83D3F39}"/>
              </a:ext>
            </a:extLst>
          </p:cNvPr>
          <p:cNvGrpSpPr/>
          <p:nvPr/>
        </p:nvGrpSpPr>
        <p:grpSpPr>
          <a:xfrm>
            <a:off x="6313390" y="2313185"/>
            <a:ext cx="2257879" cy="903560"/>
            <a:chOff x="6314426" y="1880760"/>
            <a:chExt cx="2257879" cy="903560"/>
          </a:xfrm>
        </p:grpSpPr>
        <p:grpSp>
          <p:nvGrpSpPr>
            <p:cNvPr id="608" name="Group 607">
              <a:extLst>
                <a:ext uri="{FF2B5EF4-FFF2-40B4-BE49-F238E27FC236}">
                  <a16:creationId xmlns:a16="http://schemas.microsoft.com/office/drawing/2014/main" id="{063DEC85-9DC8-6BF6-2177-8B2DED12B17F}"/>
                </a:ext>
              </a:extLst>
            </p:cNvPr>
            <p:cNvGrpSpPr/>
            <p:nvPr/>
          </p:nvGrpSpPr>
          <p:grpSpPr>
            <a:xfrm>
              <a:off x="6314426" y="1880760"/>
              <a:ext cx="2257879" cy="903560"/>
              <a:chOff x="6339826" y="1972200"/>
              <a:chExt cx="2257879" cy="903560"/>
            </a:xfrm>
          </p:grpSpPr>
          <p:sp>
            <p:nvSpPr>
              <p:cNvPr id="607" name="Rounded Rectangle 93">
                <a:extLst>
                  <a:ext uri="{FF2B5EF4-FFF2-40B4-BE49-F238E27FC236}">
                    <a16:creationId xmlns:a16="http://schemas.microsoft.com/office/drawing/2014/main" id="{0090C023-253C-6895-8331-1D3E12B390E8}"/>
                  </a:ext>
                </a:extLst>
              </p:cNvPr>
              <p:cNvSpPr/>
              <p:nvPr/>
            </p:nvSpPr>
            <p:spPr>
              <a:xfrm flipH="1" flipV="1">
                <a:off x="6795901" y="1972200"/>
                <a:ext cx="1800000" cy="900000"/>
              </a:xfrm>
              <a:prstGeom prst="roundRect">
                <a:avLst>
                  <a:gd name="adj" fmla="val 13911"/>
                </a:avLst>
              </a:prstGeom>
              <a:solidFill>
                <a:srgbClr val="ED7D31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35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52" name="Group 51">
                <a:extLst>
                  <a:ext uri="{FF2B5EF4-FFF2-40B4-BE49-F238E27FC236}">
                    <a16:creationId xmlns:a16="http://schemas.microsoft.com/office/drawing/2014/main" id="{E40BEB24-ED58-7E6F-6E80-5883ACF17B3E}"/>
                  </a:ext>
                </a:extLst>
              </p:cNvPr>
              <p:cNvGrpSpPr/>
              <p:nvPr/>
            </p:nvGrpSpPr>
            <p:grpSpPr>
              <a:xfrm>
                <a:off x="6339826" y="2301726"/>
                <a:ext cx="2257879" cy="574034"/>
                <a:chOff x="5845718" y="2767854"/>
                <a:chExt cx="2960647" cy="809833"/>
              </a:xfrm>
            </p:grpSpPr>
            <p:grpSp>
              <p:nvGrpSpPr>
                <p:cNvPr id="53" name="Group 52">
                  <a:extLst>
                    <a:ext uri="{FF2B5EF4-FFF2-40B4-BE49-F238E27FC236}">
                      <a16:creationId xmlns:a16="http://schemas.microsoft.com/office/drawing/2014/main" id="{A5C041D3-C2EF-4983-CD8E-BA6E93B0D1FA}"/>
                    </a:ext>
                  </a:extLst>
                </p:cNvPr>
                <p:cNvGrpSpPr/>
                <p:nvPr/>
              </p:nvGrpSpPr>
              <p:grpSpPr>
                <a:xfrm flipH="1" flipV="1">
                  <a:off x="5845718" y="2767854"/>
                  <a:ext cx="2960647" cy="809833"/>
                  <a:chOff x="2540472" y="279001"/>
                  <a:chExt cx="3746573" cy="1024808"/>
                </a:xfrm>
              </p:grpSpPr>
              <p:grpSp>
                <p:nvGrpSpPr>
                  <p:cNvPr id="61" name="Group 60">
                    <a:extLst>
                      <a:ext uri="{FF2B5EF4-FFF2-40B4-BE49-F238E27FC236}">
                        <a16:creationId xmlns:a16="http://schemas.microsoft.com/office/drawing/2014/main" id="{70E00480-0C41-3E4B-2B52-437A343E1260}"/>
                      </a:ext>
                    </a:extLst>
                  </p:cNvPr>
                  <p:cNvGrpSpPr/>
                  <p:nvPr/>
                </p:nvGrpSpPr>
                <p:grpSpPr>
                  <a:xfrm>
                    <a:off x="5518150" y="867691"/>
                    <a:ext cx="768895" cy="436118"/>
                    <a:chOff x="5518150" y="880491"/>
                    <a:chExt cx="768895" cy="436118"/>
                  </a:xfrm>
                </p:grpSpPr>
                <p:grpSp>
                  <p:nvGrpSpPr>
                    <p:cNvPr id="449" name="Group 448">
                      <a:extLst>
                        <a:ext uri="{FF2B5EF4-FFF2-40B4-BE49-F238E27FC236}">
                          <a16:creationId xmlns:a16="http://schemas.microsoft.com/office/drawing/2014/main" id="{F5F18B2B-767D-86DA-FBC1-EE69D04A042B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850927" y="880491"/>
                      <a:ext cx="436118" cy="436118"/>
                      <a:chOff x="5850927" y="880491"/>
                      <a:chExt cx="436118" cy="436118"/>
                    </a:xfrm>
                  </p:grpSpPr>
                  <p:sp>
                    <p:nvSpPr>
                      <p:cNvPr id="451" name="Oval 450">
                        <a:extLst>
                          <a:ext uri="{FF2B5EF4-FFF2-40B4-BE49-F238E27FC236}">
                            <a16:creationId xmlns:a16="http://schemas.microsoft.com/office/drawing/2014/main" id="{9D2B0E72-3C9B-9439-70D0-7C4215D69C4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850927" y="880491"/>
                        <a:ext cx="436118" cy="436118"/>
                      </a:xfrm>
                      <a:prstGeom prst="ellipse">
                        <a:avLst/>
                      </a:prstGeom>
                      <a:solidFill>
                        <a:srgbClr val="ED7D31"/>
                      </a:solidFill>
                      <a:ln>
                        <a:noFill/>
                      </a:ln>
                      <a:effectLst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sz="1350">
                          <a:latin typeface="Arial" panose="020B0604020202020204" pitchFamily="34" charset="0"/>
                          <a:cs typeface="Arial" panose="020B0604020202020204" pitchFamily="34" charset="0"/>
                        </a:endParaRPr>
                      </a:p>
                    </p:txBody>
                  </p:sp>
                  <p:sp>
                    <p:nvSpPr>
                      <p:cNvPr id="452" name="Oval 451">
                        <a:extLst>
                          <a:ext uri="{FF2B5EF4-FFF2-40B4-BE49-F238E27FC236}">
                            <a16:creationId xmlns:a16="http://schemas.microsoft.com/office/drawing/2014/main" id="{5B81EE39-B4DC-C073-BB3D-3410DD8C8F9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917711" y="947275"/>
                        <a:ext cx="302551" cy="30255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>
                        <a:noFill/>
                      </a:ln>
                      <a:effectLst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sz="1350">
                          <a:latin typeface="Arial" panose="020B0604020202020204" pitchFamily="34" charset="0"/>
                          <a:cs typeface="Arial" panose="020B0604020202020204" pitchFamily="34" charset="0"/>
                        </a:endParaRPr>
                      </a:p>
                    </p:txBody>
                  </p:sp>
                </p:grpSp>
                <p:sp>
                  <p:nvSpPr>
                    <p:cNvPr id="450" name="Rectangle 449">
                      <a:extLst>
                        <a:ext uri="{FF2B5EF4-FFF2-40B4-BE49-F238E27FC236}">
                          <a16:creationId xmlns:a16="http://schemas.microsoft.com/office/drawing/2014/main" id="{34803F1A-4884-26AD-9A87-22BB5A587E8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518150" y="1024731"/>
                      <a:ext cx="355600" cy="147638"/>
                    </a:xfrm>
                    <a:prstGeom prst="rect">
                      <a:avLst/>
                    </a:prstGeom>
                    <a:solidFill>
                      <a:srgbClr val="ED7D31"/>
                    </a:solidFill>
                    <a:ln>
                      <a:noFill/>
                    </a:ln>
                    <a:effectLst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sz="135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</p:grpSp>
              <p:sp>
                <p:nvSpPr>
                  <p:cNvPr id="448" name="Round Single Corner Rectangle 124">
                    <a:extLst>
                      <a:ext uri="{FF2B5EF4-FFF2-40B4-BE49-F238E27FC236}">
                        <a16:creationId xmlns:a16="http://schemas.microsoft.com/office/drawing/2014/main" id="{D9768B10-97F1-C3D9-9A7F-C65FAFA4C472}"/>
                      </a:ext>
                    </a:extLst>
                  </p:cNvPr>
                  <p:cNvSpPr/>
                  <p:nvPr/>
                </p:nvSpPr>
                <p:spPr>
                  <a:xfrm flipH="1">
                    <a:off x="2540472" y="279001"/>
                    <a:ext cx="646899" cy="555789"/>
                  </a:xfrm>
                  <a:prstGeom prst="round1Rect">
                    <a:avLst>
                      <a:gd name="adj" fmla="val 25681"/>
                    </a:avLst>
                  </a:prstGeom>
                  <a:solidFill>
                    <a:schemeClr val="bg1">
                      <a:lumMod val="95000"/>
                    </a:schemeClr>
                  </a:solidFill>
                  <a:ln>
                    <a:noFill/>
                  </a:ln>
                  <a:effectLst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sz="135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621DE736-88F8-BF0D-D8D8-32F38B2E9A42}"/>
                    </a:ext>
                  </a:extLst>
                </p:cNvPr>
                <p:cNvSpPr txBox="1"/>
                <p:nvPr/>
              </p:nvSpPr>
              <p:spPr>
                <a:xfrm flipH="1">
                  <a:off x="8335179" y="3158033"/>
                  <a:ext cx="431200" cy="348834"/>
                </a:xfrm>
                <a:prstGeom prst="rect">
                  <a:avLst/>
                </a:prstGeom>
                <a:noFill/>
              </p:spPr>
              <p:txBody>
                <a:bodyPr wrap="none" rtlCol="0" anchor="ctr">
                  <a:spAutoFit/>
                </a:bodyPr>
                <a:lstStyle/>
                <a:p>
                  <a:pPr algn="ctr"/>
                  <a:r>
                    <a:rPr lang="en-US" sz="1500" b="1" i="1" dirty="0">
                      <a:solidFill>
                        <a:srgbClr val="ED7D3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02</a:t>
                  </a:r>
                </a:p>
              </p:txBody>
            </p:sp>
          </p:grpSp>
        </p:grpSp>
        <p:sp>
          <p:nvSpPr>
            <p:cNvPr id="611" name="TextBox 610">
              <a:extLst>
                <a:ext uri="{FF2B5EF4-FFF2-40B4-BE49-F238E27FC236}">
                  <a16:creationId xmlns:a16="http://schemas.microsoft.com/office/drawing/2014/main" id="{848C21CA-D485-CD6F-194F-79D733214DAF}"/>
                </a:ext>
              </a:extLst>
            </p:cNvPr>
            <p:cNvSpPr txBox="1"/>
            <p:nvPr/>
          </p:nvSpPr>
          <p:spPr>
            <a:xfrm>
              <a:off x="6833403" y="1995333"/>
              <a:ext cx="1662299" cy="37555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 algn="just">
                <a:lnSpc>
                  <a:spcPct val="150000"/>
                </a:lnSpc>
                <a:spcAft>
                  <a:spcPts val="800"/>
                </a:spcAft>
                <a:buClr>
                  <a:schemeClr val="accent5">
                    <a:lumMod val="75000"/>
                  </a:schemeClr>
                </a:buClr>
              </a:pPr>
              <a:r>
                <a:rPr lang="vi-VN" b="1" kern="100" dirty="0">
                  <a:solidFill>
                    <a:schemeClr val="bg1"/>
                  </a:solidFill>
                  <a:latin typeface="+mn-lt"/>
                  <a:ea typeface="Aptos" panose="020B0004020202020204" pitchFamily="34" charset="0"/>
                  <a:cs typeface="Arial" panose="020B0604020202020204" pitchFamily="34" charset="0"/>
                </a:rPr>
                <a:t>Phân tích </a:t>
              </a:r>
              <a:r>
                <a:rPr lang="vi-VN" b="1" kern="100" dirty="0" err="1">
                  <a:solidFill>
                    <a:schemeClr val="bg1"/>
                  </a:solidFill>
                  <a:latin typeface="+mn-lt"/>
                  <a:ea typeface="Aptos" panose="020B0004020202020204" pitchFamily="34" charset="0"/>
                  <a:cs typeface="Arial" panose="020B0604020202020204" pitchFamily="34" charset="0"/>
                </a:rPr>
                <a:t>Video</a:t>
              </a:r>
              <a:endParaRPr lang="vi-VN" b="1" kern="100" dirty="0">
                <a:solidFill>
                  <a:schemeClr val="bg1"/>
                </a:solidFill>
                <a:latin typeface="+mn-lt"/>
                <a:ea typeface="Aptos" panose="020B00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618" name="Group 617">
            <a:extLst>
              <a:ext uri="{FF2B5EF4-FFF2-40B4-BE49-F238E27FC236}">
                <a16:creationId xmlns:a16="http://schemas.microsoft.com/office/drawing/2014/main" id="{0DE8072A-2D85-EFDE-9B3C-0F6D5C3389A0}"/>
              </a:ext>
            </a:extLst>
          </p:cNvPr>
          <p:cNvGrpSpPr/>
          <p:nvPr/>
        </p:nvGrpSpPr>
        <p:grpSpPr>
          <a:xfrm>
            <a:off x="4310825" y="3345061"/>
            <a:ext cx="2266428" cy="900000"/>
            <a:chOff x="4310338" y="2496269"/>
            <a:chExt cx="2266428" cy="900000"/>
          </a:xfrm>
        </p:grpSpPr>
        <p:grpSp>
          <p:nvGrpSpPr>
            <p:cNvPr id="453" name="Group 452">
              <a:extLst>
                <a:ext uri="{FF2B5EF4-FFF2-40B4-BE49-F238E27FC236}">
                  <a16:creationId xmlns:a16="http://schemas.microsoft.com/office/drawing/2014/main" id="{235720A6-5150-5A38-4307-96AAF40F4B51}"/>
                </a:ext>
              </a:extLst>
            </p:cNvPr>
            <p:cNvGrpSpPr/>
            <p:nvPr/>
          </p:nvGrpSpPr>
          <p:grpSpPr>
            <a:xfrm>
              <a:off x="4313814" y="2496269"/>
              <a:ext cx="2262952" cy="900000"/>
              <a:chOff x="3218947" y="3343769"/>
              <a:chExt cx="2972597" cy="1264365"/>
            </a:xfrm>
          </p:grpSpPr>
          <p:grpSp>
            <p:nvGrpSpPr>
              <p:cNvPr id="454" name="Group 453">
                <a:extLst>
                  <a:ext uri="{FF2B5EF4-FFF2-40B4-BE49-F238E27FC236}">
                    <a16:creationId xmlns:a16="http://schemas.microsoft.com/office/drawing/2014/main" id="{C8079F47-5757-AAE9-C8CC-FCF81DDABF34}"/>
                  </a:ext>
                </a:extLst>
              </p:cNvPr>
              <p:cNvGrpSpPr/>
              <p:nvPr/>
            </p:nvGrpSpPr>
            <p:grpSpPr>
              <a:xfrm>
                <a:off x="3218947" y="3343769"/>
                <a:ext cx="2972597" cy="1264365"/>
                <a:chOff x="2525350" y="285750"/>
                <a:chExt cx="3761695" cy="1600000"/>
              </a:xfrm>
            </p:grpSpPr>
            <p:grpSp>
              <p:nvGrpSpPr>
                <p:cNvPr id="460" name="Group 459">
                  <a:extLst>
                    <a:ext uri="{FF2B5EF4-FFF2-40B4-BE49-F238E27FC236}">
                      <a16:creationId xmlns:a16="http://schemas.microsoft.com/office/drawing/2014/main" id="{5B6F9925-7D57-2DDE-3FCF-93DF8D0E1B94}"/>
                    </a:ext>
                  </a:extLst>
                </p:cNvPr>
                <p:cNvGrpSpPr/>
                <p:nvPr/>
              </p:nvGrpSpPr>
              <p:grpSpPr>
                <a:xfrm>
                  <a:off x="5518150" y="867691"/>
                  <a:ext cx="768895" cy="436118"/>
                  <a:chOff x="5518150" y="880491"/>
                  <a:chExt cx="768895" cy="436118"/>
                </a:xfrm>
              </p:grpSpPr>
              <p:grpSp>
                <p:nvGrpSpPr>
                  <p:cNvPr id="464" name="Group 463">
                    <a:extLst>
                      <a:ext uri="{FF2B5EF4-FFF2-40B4-BE49-F238E27FC236}">
                        <a16:creationId xmlns:a16="http://schemas.microsoft.com/office/drawing/2014/main" id="{1C8CBE46-2450-2EDD-A462-F0E10D644F01}"/>
                      </a:ext>
                    </a:extLst>
                  </p:cNvPr>
                  <p:cNvGrpSpPr/>
                  <p:nvPr/>
                </p:nvGrpSpPr>
                <p:grpSpPr>
                  <a:xfrm>
                    <a:off x="5850927" y="880491"/>
                    <a:ext cx="436118" cy="436118"/>
                    <a:chOff x="5850927" y="880491"/>
                    <a:chExt cx="436118" cy="436118"/>
                  </a:xfrm>
                </p:grpSpPr>
                <p:sp>
                  <p:nvSpPr>
                    <p:cNvPr id="466" name="Oval 465">
                      <a:extLst>
                        <a:ext uri="{FF2B5EF4-FFF2-40B4-BE49-F238E27FC236}">
                          <a16:creationId xmlns:a16="http://schemas.microsoft.com/office/drawing/2014/main" id="{A5F09655-F28B-402A-55CA-BDE1C7A440C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850927" y="880491"/>
                      <a:ext cx="436118" cy="436118"/>
                    </a:xfrm>
                    <a:prstGeom prst="ellipse">
                      <a:avLst/>
                    </a:prstGeom>
                    <a:solidFill>
                      <a:srgbClr val="385723"/>
                    </a:solidFill>
                    <a:ln>
                      <a:noFill/>
                    </a:ln>
                    <a:effectLst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sz="135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467" name="Oval 466">
                      <a:extLst>
                        <a:ext uri="{FF2B5EF4-FFF2-40B4-BE49-F238E27FC236}">
                          <a16:creationId xmlns:a16="http://schemas.microsoft.com/office/drawing/2014/main" id="{53C69CD9-B428-8562-A905-4BDE4E0FA1C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917711" y="947275"/>
                      <a:ext cx="302551" cy="302551"/>
                    </a:xfrm>
                    <a:prstGeom prst="ellipse">
                      <a:avLst/>
                    </a:prstGeom>
                    <a:solidFill>
                      <a:schemeClr val="bg1">
                        <a:lumMod val="95000"/>
                      </a:schemeClr>
                    </a:solidFill>
                    <a:ln>
                      <a:noFill/>
                    </a:ln>
                    <a:effectLst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sz="135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</p:grpSp>
              <p:sp>
                <p:nvSpPr>
                  <p:cNvPr id="465" name="Rectangle 464">
                    <a:extLst>
                      <a:ext uri="{FF2B5EF4-FFF2-40B4-BE49-F238E27FC236}">
                        <a16:creationId xmlns:a16="http://schemas.microsoft.com/office/drawing/2014/main" id="{29C9BC51-F515-89EA-7D59-387B171EF344}"/>
                      </a:ext>
                    </a:extLst>
                  </p:cNvPr>
                  <p:cNvSpPr/>
                  <p:nvPr/>
                </p:nvSpPr>
                <p:spPr>
                  <a:xfrm>
                    <a:off x="5518150" y="1024731"/>
                    <a:ext cx="355600" cy="147638"/>
                  </a:xfrm>
                  <a:prstGeom prst="rect">
                    <a:avLst/>
                  </a:prstGeom>
                  <a:solidFill>
                    <a:srgbClr val="385723"/>
                  </a:solidFill>
                  <a:ln>
                    <a:noFill/>
                  </a:ln>
                  <a:effectLst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sz="135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p:grpSp>
            <p:grpSp>
              <p:nvGrpSpPr>
                <p:cNvPr id="461" name="Group 460">
                  <a:extLst>
                    <a:ext uri="{FF2B5EF4-FFF2-40B4-BE49-F238E27FC236}">
                      <a16:creationId xmlns:a16="http://schemas.microsoft.com/office/drawing/2014/main" id="{F9493D24-CF40-8D3A-9426-DB2B9EDB57E4}"/>
                    </a:ext>
                  </a:extLst>
                </p:cNvPr>
                <p:cNvGrpSpPr/>
                <p:nvPr/>
              </p:nvGrpSpPr>
              <p:grpSpPr>
                <a:xfrm>
                  <a:off x="2525350" y="285750"/>
                  <a:ext cx="2997658" cy="1600000"/>
                  <a:chOff x="2525350" y="285750"/>
                  <a:chExt cx="2997658" cy="1600000"/>
                </a:xfrm>
              </p:grpSpPr>
              <p:sp>
                <p:nvSpPr>
                  <p:cNvPr id="462" name="Rounded Rectangle 107">
                    <a:extLst>
                      <a:ext uri="{FF2B5EF4-FFF2-40B4-BE49-F238E27FC236}">
                        <a16:creationId xmlns:a16="http://schemas.microsoft.com/office/drawing/2014/main" id="{CF186B28-78B4-F77B-B7A1-401404CCE06D}"/>
                      </a:ext>
                    </a:extLst>
                  </p:cNvPr>
                  <p:cNvSpPr/>
                  <p:nvPr/>
                </p:nvSpPr>
                <p:spPr>
                  <a:xfrm>
                    <a:off x="2530878" y="285750"/>
                    <a:ext cx="2992130" cy="1600000"/>
                  </a:xfrm>
                  <a:prstGeom prst="roundRect">
                    <a:avLst>
                      <a:gd name="adj" fmla="val 13911"/>
                    </a:avLst>
                  </a:prstGeom>
                  <a:solidFill>
                    <a:srgbClr val="385723"/>
                  </a:solidFill>
                  <a:ln>
                    <a:noFill/>
                  </a:ln>
                  <a:effectLst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sz="135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463" name="Round Single Corner Rectangle 108">
                    <a:extLst>
                      <a:ext uri="{FF2B5EF4-FFF2-40B4-BE49-F238E27FC236}">
                        <a16:creationId xmlns:a16="http://schemas.microsoft.com/office/drawing/2014/main" id="{B7834A42-340C-01E7-5FE7-3539BBD7D086}"/>
                      </a:ext>
                    </a:extLst>
                  </p:cNvPr>
                  <p:cNvSpPr/>
                  <p:nvPr/>
                </p:nvSpPr>
                <p:spPr>
                  <a:xfrm flipH="1">
                    <a:off x="2525350" y="285750"/>
                    <a:ext cx="646902" cy="555788"/>
                  </a:xfrm>
                  <a:prstGeom prst="round1Rect">
                    <a:avLst>
                      <a:gd name="adj" fmla="val 27888"/>
                    </a:avLst>
                  </a:prstGeom>
                  <a:solidFill>
                    <a:schemeClr val="bg1">
                      <a:lumMod val="95000"/>
                    </a:schemeClr>
                  </a:solidFill>
                  <a:ln>
                    <a:noFill/>
                  </a:ln>
                  <a:effectLst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sz="135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p:grpSp>
          </p:grpSp>
          <p:sp>
            <p:nvSpPr>
              <p:cNvPr id="456" name="TextBox 455">
                <a:extLst>
                  <a:ext uri="{FF2B5EF4-FFF2-40B4-BE49-F238E27FC236}">
                    <a16:creationId xmlns:a16="http://schemas.microsoft.com/office/drawing/2014/main" id="{DF1C5204-8A18-784B-A34B-9BAC14BA3905}"/>
                  </a:ext>
                </a:extLst>
              </p:cNvPr>
              <p:cNvSpPr txBox="1"/>
              <p:nvPr/>
            </p:nvSpPr>
            <p:spPr>
              <a:xfrm flipH="1">
                <a:off x="3258955" y="3363315"/>
                <a:ext cx="431201" cy="348835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ctr"/>
                <a:r>
                  <a:rPr lang="en-US" sz="1500" b="1" i="1" dirty="0">
                    <a:solidFill>
                      <a:srgbClr val="385723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03</a:t>
                </a:r>
              </a:p>
            </p:txBody>
          </p:sp>
        </p:grpSp>
        <p:sp>
          <p:nvSpPr>
            <p:cNvPr id="613" name="TextBox 612">
              <a:extLst>
                <a:ext uri="{FF2B5EF4-FFF2-40B4-BE49-F238E27FC236}">
                  <a16:creationId xmlns:a16="http://schemas.microsoft.com/office/drawing/2014/main" id="{A59DFC90-4E33-5C17-2D26-C297DF947D5B}"/>
                </a:ext>
              </a:extLst>
            </p:cNvPr>
            <p:cNvSpPr txBox="1"/>
            <p:nvPr/>
          </p:nvSpPr>
          <p:spPr>
            <a:xfrm>
              <a:off x="4310338" y="2767907"/>
              <a:ext cx="1839513" cy="37555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 algn="just">
                <a:lnSpc>
                  <a:spcPct val="150000"/>
                </a:lnSpc>
                <a:spcAft>
                  <a:spcPts val="800"/>
                </a:spcAft>
                <a:buClr>
                  <a:schemeClr val="accent5">
                    <a:lumMod val="75000"/>
                  </a:schemeClr>
                </a:buClr>
              </a:pPr>
              <a:r>
                <a:rPr lang="vi-VN" b="1" kern="100" dirty="0">
                  <a:solidFill>
                    <a:schemeClr val="bg1"/>
                  </a:solidFill>
                  <a:latin typeface="+mn-lt"/>
                  <a:ea typeface="Aptos" panose="020B0004020202020204" pitchFamily="34" charset="0"/>
                  <a:cs typeface="Arial" panose="020B0604020202020204" pitchFamily="34" charset="0"/>
                </a:rPr>
                <a:t>Lịch sử cảnh báo</a:t>
              </a:r>
            </a:p>
          </p:txBody>
        </p:sp>
      </p:grpSp>
      <p:pic>
        <p:nvPicPr>
          <p:cNvPr id="621" name="Picture 620">
            <a:extLst>
              <a:ext uri="{FF2B5EF4-FFF2-40B4-BE49-F238E27FC236}">
                <a16:creationId xmlns:a16="http://schemas.microsoft.com/office/drawing/2014/main" id="{839A89DD-392A-1460-EF2A-F00483B092A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5046" y="1460670"/>
            <a:ext cx="2520000" cy="2520000"/>
          </a:xfrm>
          <a:prstGeom prst="rect">
            <a:avLst/>
          </a:prstGeom>
        </p:spPr>
      </p:pic>
      <p:grpSp>
        <p:nvGrpSpPr>
          <p:cNvPr id="622" name="Group 621">
            <a:extLst>
              <a:ext uri="{FF2B5EF4-FFF2-40B4-BE49-F238E27FC236}">
                <a16:creationId xmlns:a16="http://schemas.microsoft.com/office/drawing/2014/main" id="{FCD2798C-94B5-04F3-E171-5A4F8CD32D75}"/>
              </a:ext>
            </a:extLst>
          </p:cNvPr>
          <p:cNvGrpSpPr/>
          <p:nvPr/>
        </p:nvGrpSpPr>
        <p:grpSpPr>
          <a:xfrm>
            <a:off x="1224203" y="4048486"/>
            <a:ext cx="1586288" cy="529177"/>
            <a:chOff x="363643" y="3545576"/>
            <a:chExt cx="6906307" cy="1064174"/>
          </a:xfrm>
        </p:grpSpPr>
        <p:sp>
          <p:nvSpPr>
            <p:cNvPr id="623" name="Rectangle 622">
              <a:extLst>
                <a:ext uri="{FF2B5EF4-FFF2-40B4-BE49-F238E27FC236}">
                  <a16:creationId xmlns:a16="http://schemas.microsoft.com/office/drawing/2014/main" id="{DFCE5718-E4FC-7F4D-CFCD-549955C79CF4}"/>
                </a:ext>
              </a:extLst>
            </p:cNvPr>
            <p:cNvSpPr/>
            <p:nvPr/>
          </p:nvSpPr>
          <p:spPr>
            <a:xfrm>
              <a:off x="391046" y="3670220"/>
              <a:ext cx="6878904" cy="939530"/>
            </a:xfrm>
            <a:prstGeom prst="rect">
              <a:avLst/>
            </a:prstGeom>
            <a:noFill/>
            <a:ln w="28575">
              <a:solidFill>
                <a:srgbClr val="FFCB4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endParaRPr lang="en-US">
                <a:ln>
                  <a:solidFill>
                    <a:srgbClr val="C00000"/>
                  </a:solidFill>
                </a:ln>
                <a:solidFill>
                  <a:srgbClr val="C00000"/>
                </a:solidFill>
              </a:endParaRPr>
            </a:p>
          </p:txBody>
        </p:sp>
        <p:sp>
          <p:nvSpPr>
            <p:cNvPr id="624" name="TextBox 623">
              <a:extLst>
                <a:ext uri="{FF2B5EF4-FFF2-40B4-BE49-F238E27FC236}">
                  <a16:creationId xmlns:a16="http://schemas.microsoft.com/office/drawing/2014/main" id="{2BBDD5CE-CE99-074A-2D42-D910EEC9BB91}"/>
                </a:ext>
              </a:extLst>
            </p:cNvPr>
            <p:cNvSpPr txBox="1"/>
            <p:nvPr/>
          </p:nvSpPr>
          <p:spPr>
            <a:xfrm>
              <a:off x="363643" y="3545576"/>
              <a:ext cx="6609193" cy="91809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 algn="ctr">
                <a:lnSpc>
                  <a:spcPct val="150000"/>
                </a:lnSpc>
                <a:spcAft>
                  <a:spcPts val="800"/>
                </a:spcAft>
                <a:buClr>
                  <a:srgbClr val="EF8600"/>
                </a:buClr>
              </a:pPr>
              <a:r>
                <a:rPr lang="vi-VN" sz="1800" b="1" kern="100">
                  <a:solidFill>
                    <a:schemeClr val="bg1"/>
                  </a:solidFill>
                  <a:latin typeface="+mn-lt"/>
                  <a:ea typeface="Aptos" panose="020B0004020202020204" pitchFamily="34" charset="0"/>
                  <a:cs typeface="Arial" panose="020B0604020202020204" pitchFamily="34" charset="0"/>
                </a:rPr>
                <a:t>Người dùng</a:t>
              </a:r>
            </a:p>
          </p:txBody>
        </p:sp>
      </p:grpSp>
      <p:sp>
        <p:nvSpPr>
          <p:cNvPr id="2" name="Google Shape;158;p1">
            <a:extLst>
              <a:ext uri="{FF2B5EF4-FFF2-40B4-BE49-F238E27FC236}">
                <a16:creationId xmlns:a16="http://schemas.microsoft.com/office/drawing/2014/main" id="{FF2DFF26-AFF7-7B57-129C-5D750F58303B}"/>
              </a:ext>
            </a:extLst>
          </p:cNvPr>
          <p:cNvSpPr txBox="1"/>
          <p:nvPr/>
        </p:nvSpPr>
        <p:spPr>
          <a:xfrm>
            <a:off x="8569967" y="4504974"/>
            <a:ext cx="574034" cy="5043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just">
              <a:lnSpc>
                <a:spcPct val="150000"/>
              </a:lnSpc>
            </a:pPr>
            <a:r>
              <a:rPr lang="vi-VN" sz="2000" b="1" dirty="0">
                <a:solidFill>
                  <a:schemeClr val="bg1"/>
                </a:solidFill>
                <a:latin typeface="Montserrat" panose="00000500000000000000" pitchFamily="2" charset="-93"/>
                <a:sym typeface="Montserrat"/>
              </a:rPr>
              <a:t>18</a:t>
            </a:r>
            <a:endParaRPr sz="2000" b="1" dirty="0">
              <a:solidFill>
                <a:schemeClr val="bg1"/>
              </a:solidFill>
              <a:latin typeface="Montserrat" panose="00000500000000000000" pitchFamily="2" charset="-93"/>
              <a:sym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14088177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10" descr="Nhận diện thương hiệu Logo HaUI">
            <a:extLst>
              <a:ext uri="{FF2B5EF4-FFF2-40B4-BE49-F238E27FC236}">
                <a16:creationId xmlns:a16="http://schemas.microsoft.com/office/drawing/2014/main" id="{FE1A5D7C-E185-3F8D-BEC1-9E7A2B7061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245" b="99657" l="343" r="99069">
                        <a14:foregroundMark x1="1415" y1="2252" x2="12206" y2="833"/>
                        <a14:foregroundMark x1="12206" y1="833" x2="83333" y2="1912"/>
                        <a14:foregroundMark x1="89020" y1="686" x2="88873" y2="19559"/>
                        <a14:foregroundMark x1="96324" y1="1667" x2="97108" y2="10588"/>
                        <a14:foregroundMark x1="98922" y1="95637" x2="93971" y2="97549"/>
                        <a14:foregroundMark x1="4118" y1="98529" x2="2843" y2="94657"/>
                        <a14:foregroundMark x1="1225" y1="89853" x2="7941" y2="88480"/>
                        <a14:foregroundMark x1="11814" y1="73333" x2="58578" y2="72059"/>
                        <a14:foregroundMark x1="58578" y1="72059" x2="79559" y2="73333"/>
                        <a14:foregroundMark x1="79559" y1="73333" x2="89804" y2="72892"/>
                        <a14:foregroundMark x1="89804" y1="72892" x2="90490" y2="72892"/>
                        <a14:foregroundMark x1="55784" y1="47549" x2="52206" y2="27304"/>
                        <a14:foregroundMark x1="45147" y1="21765" x2="43922" y2="11029"/>
                        <a14:foregroundMark x1="47108" y1="17892" x2="34412" y2="17108"/>
                        <a14:foregroundMark x1="77843" y1="92745" x2="89020" y2="91078"/>
                        <a14:foregroundMark x1="97549" y1="97990" x2="95490" y2="98529"/>
                        <a14:foregroundMark x1="91765" y1="99363" x2="86520" y2="99363"/>
                        <a14:foregroundMark x1="82108" y1="99363" x2="76176" y2="98284"/>
                        <a14:foregroundMark x1="75196" y1="99510" x2="66373" y2="99657"/>
                        <a14:foregroundMark x1="65686" y1="99657" x2="27402" y2="99216"/>
                        <a14:foregroundMark x1="26863" y1="98971" x2="5882" y2="99069"/>
                        <a14:foregroundMark x1="2843" y1="97990" x2="392" y2="93873"/>
                        <a14:foregroundMark x1="1324" y1="88480" x2="1324" y2="78284"/>
                        <a14:foregroundMark x1="931" y1="76765" x2="2598" y2="66765"/>
                        <a14:foregroundMark x1="2598" y1="66765" x2="1225" y2="61716"/>
                        <a14:foregroundMark x1="931" y1="67255" x2="931" y2="68333"/>
                        <a14:foregroundMark x1="931" y1="61471" x2="931" y2="54706"/>
                        <a14:foregroundMark x1="931" y1="49755" x2="637" y2="38186"/>
                        <a14:foregroundMark x1="1078" y1="35686" x2="637" y2="25931"/>
                        <a14:foregroundMark x1="931" y1="22745" x2="539" y2="9902"/>
                        <a14:foregroundMark x1="56324" y1="1373" x2="70686" y2="1373"/>
                        <a14:foregroundMark x1="74657" y1="1225" x2="85686" y2="1225"/>
                        <a14:foregroundMark x1="97010" y1="1814" x2="98382" y2="4951"/>
                        <a14:foregroundMark x1="98480" y1="6471" x2="99069" y2="14902"/>
                        <a14:foregroundMark x1="99069" y1="16667" x2="98922" y2="72353"/>
                        <a14:foregroundMark x1="98775" y1="74853" x2="99069" y2="91912"/>
                        <a14:backgroundMark x1="931" y1="98676" x2="98" y2="98529"/>
                        <a14:backgroundMark x1="1765" y1="1373" x2="539" y2="1373"/>
                        <a14:backgroundMark x1="99069" y1="980" x2="99069" y2="980"/>
                        <a14:backgroundMark x1="99069" y1="980" x2="99216" y2="980"/>
                        <a14:backgroundMark x1="98922" y1="98824" x2="99608" y2="9882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38174" y="23649"/>
            <a:ext cx="481995" cy="4568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Google Shape;178;p53">
            <a:extLst>
              <a:ext uri="{FF2B5EF4-FFF2-40B4-BE49-F238E27FC236}">
                <a16:creationId xmlns:a16="http://schemas.microsoft.com/office/drawing/2014/main" id="{66A96881-7327-75EF-CEC6-DDA1670E3C4B}"/>
              </a:ext>
            </a:extLst>
          </p:cNvPr>
          <p:cNvSpPr txBox="1"/>
          <p:nvPr/>
        </p:nvSpPr>
        <p:spPr>
          <a:xfrm>
            <a:off x="1142923" y="418398"/>
            <a:ext cx="4478808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-VN" sz="2400" b="0" i="0" u="none" strike="noStrike" cap="none">
                <a:solidFill>
                  <a:srgbClr val="EF860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Kết quả đạt được</a:t>
            </a:r>
            <a:endParaRPr sz="2400" b="0" i="0" u="none" strike="noStrike" cap="none" dirty="0">
              <a:solidFill>
                <a:srgbClr val="EF8600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8" name="Google Shape;194;p4">
            <a:extLst>
              <a:ext uri="{FF2B5EF4-FFF2-40B4-BE49-F238E27FC236}">
                <a16:creationId xmlns:a16="http://schemas.microsoft.com/office/drawing/2014/main" id="{D1878BEF-EBC0-DF6D-9D5A-C7DB23C90826}"/>
              </a:ext>
            </a:extLst>
          </p:cNvPr>
          <p:cNvSpPr txBox="1"/>
          <p:nvPr/>
        </p:nvSpPr>
        <p:spPr>
          <a:xfrm>
            <a:off x="415976" y="194222"/>
            <a:ext cx="749807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-VN" sz="2800" b="0" i="0" u="none" strike="noStrike" cap="none" dirty="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04</a:t>
            </a:r>
            <a:endParaRPr sz="2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195;p4">
            <a:extLst>
              <a:ext uri="{FF2B5EF4-FFF2-40B4-BE49-F238E27FC236}">
                <a16:creationId xmlns:a16="http://schemas.microsoft.com/office/drawing/2014/main" id="{FDA6F83E-F9D0-9578-637D-2E4232BD38BF}"/>
              </a:ext>
            </a:extLst>
          </p:cNvPr>
          <p:cNvSpPr/>
          <p:nvPr/>
        </p:nvSpPr>
        <p:spPr>
          <a:xfrm>
            <a:off x="391046" y="318646"/>
            <a:ext cx="648000" cy="648000"/>
          </a:xfrm>
          <a:prstGeom prst="rect">
            <a:avLst/>
          </a:prstGeom>
          <a:noFill/>
          <a:ln w="9525" cap="flat" cmpd="sng">
            <a:solidFill>
              <a:srgbClr val="BA7C2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D1A71FA-336F-65DD-47FD-9B084AE68129}"/>
              </a:ext>
            </a:extLst>
          </p:cNvPr>
          <p:cNvSpPr txBox="1"/>
          <p:nvPr/>
        </p:nvSpPr>
        <p:spPr>
          <a:xfrm>
            <a:off x="1165783" y="913937"/>
            <a:ext cx="3406217" cy="375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lnSpc>
                <a:spcPct val="150000"/>
              </a:lnSpc>
              <a:spcAft>
                <a:spcPts val="800"/>
              </a:spcAft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q"/>
            </a:pPr>
            <a:r>
              <a:rPr lang="vi-VN" b="1" kern="100" dirty="0">
                <a:solidFill>
                  <a:schemeClr val="bg1"/>
                </a:solidFill>
                <a:latin typeface="+mn-lt"/>
                <a:ea typeface="Aptos" panose="020B0004020202020204" pitchFamily="34" charset="0"/>
                <a:cs typeface="Arial" panose="020B0604020202020204" pitchFamily="34" charset="0"/>
              </a:rPr>
              <a:t>Giao </a:t>
            </a:r>
            <a:r>
              <a:rPr lang="vi-VN" b="1" kern="100">
                <a:solidFill>
                  <a:schemeClr val="bg1"/>
                </a:solidFill>
                <a:latin typeface="+mn-lt"/>
                <a:ea typeface="Aptos" panose="020B0004020202020204" pitchFamily="34" charset="0"/>
                <a:cs typeface="Arial" panose="020B0604020202020204" pitchFamily="34" charset="0"/>
              </a:rPr>
              <a:t>diện giám sát trực tuyến</a:t>
            </a:r>
            <a:endParaRPr lang="vi-VN" b="1" kern="100" dirty="0">
              <a:solidFill>
                <a:schemeClr val="bg1"/>
              </a:solidFill>
              <a:latin typeface="+mn-lt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594A67E-5795-2591-5C5F-8E59224ABEC5}"/>
              </a:ext>
            </a:extLst>
          </p:cNvPr>
          <p:cNvSpPr/>
          <p:nvPr/>
        </p:nvSpPr>
        <p:spPr>
          <a:xfrm>
            <a:off x="6413535" y="5810579"/>
            <a:ext cx="72000" cy="32400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35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B80086D-BF8C-4192-690D-3C1E686B4E6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92885" y="1323404"/>
            <a:ext cx="6158230" cy="348050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3" name="Google Shape;158;p1">
            <a:extLst>
              <a:ext uri="{FF2B5EF4-FFF2-40B4-BE49-F238E27FC236}">
                <a16:creationId xmlns:a16="http://schemas.microsoft.com/office/drawing/2014/main" id="{FF7D0447-D2CE-70AA-B984-3FB1C1EBB4E4}"/>
              </a:ext>
            </a:extLst>
          </p:cNvPr>
          <p:cNvSpPr txBox="1"/>
          <p:nvPr/>
        </p:nvSpPr>
        <p:spPr>
          <a:xfrm>
            <a:off x="8569966" y="4551732"/>
            <a:ext cx="574034" cy="5043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just">
              <a:lnSpc>
                <a:spcPct val="150000"/>
              </a:lnSpc>
            </a:pPr>
            <a:r>
              <a:rPr lang="vi-VN" sz="2000" b="1" dirty="0">
                <a:solidFill>
                  <a:schemeClr val="bg1"/>
                </a:solidFill>
                <a:latin typeface="Montserrat" panose="00000500000000000000" pitchFamily="2" charset="-93"/>
                <a:sym typeface="Montserrat"/>
              </a:rPr>
              <a:t>19</a:t>
            </a:r>
            <a:endParaRPr sz="2000" b="1" dirty="0">
              <a:solidFill>
                <a:schemeClr val="bg1"/>
              </a:solidFill>
              <a:latin typeface="Montserrat" panose="00000500000000000000" pitchFamily="2" charset="-93"/>
              <a:sym typeface="Montserrat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7">
          <a:extLst>
            <a:ext uri="{FF2B5EF4-FFF2-40B4-BE49-F238E27FC236}">
              <a16:creationId xmlns:a16="http://schemas.microsoft.com/office/drawing/2014/main" id="{727D0593-C53B-40C6-7826-0A8041EA67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10" descr="Nhận diện thương hiệu Logo HaUI">
            <a:extLst>
              <a:ext uri="{FF2B5EF4-FFF2-40B4-BE49-F238E27FC236}">
                <a16:creationId xmlns:a16="http://schemas.microsoft.com/office/drawing/2014/main" id="{ADB6920F-9E3E-0074-7385-16ABA1EFDD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245" b="99657" l="343" r="99069">
                        <a14:foregroundMark x1="1415" y1="2252" x2="12206" y2="833"/>
                        <a14:foregroundMark x1="12206" y1="833" x2="83333" y2="1912"/>
                        <a14:foregroundMark x1="89020" y1="686" x2="88873" y2="19559"/>
                        <a14:foregroundMark x1="96324" y1="1667" x2="97108" y2="10588"/>
                        <a14:foregroundMark x1="98922" y1="95637" x2="93971" y2="97549"/>
                        <a14:foregroundMark x1="4118" y1="98529" x2="2843" y2="94657"/>
                        <a14:foregroundMark x1="1225" y1="89853" x2="7941" y2="88480"/>
                        <a14:foregroundMark x1="11814" y1="73333" x2="58578" y2="72059"/>
                        <a14:foregroundMark x1="58578" y1="72059" x2="79559" y2="73333"/>
                        <a14:foregroundMark x1="79559" y1="73333" x2="89804" y2="72892"/>
                        <a14:foregroundMark x1="89804" y1="72892" x2="90490" y2="72892"/>
                        <a14:foregroundMark x1="55784" y1="47549" x2="52206" y2="27304"/>
                        <a14:foregroundMark x1="45147" y1="21765" x2="43922" y2="11029"/>
                        <a14:foregroundMark x1="47108" y1="17892" x2="34412" y2="17108"/>
                        <a14:foregroundMark x1="77843" y1="92745" x2="89020" y2="91078"/>
                        <a14:foregroundMark x1="97549" y1="97990" x2="95490" y2="98529"/>
                        <a14:foregroundMark x1="91765" y1="99363" x2="86520" y2="99363"/>
                        <a14:foregroundMark x1="82108" y1="99363" x2="76176" y2="98284"/>
                        <a14:foregroundMark x1="75196" y1="99510" x2="66373" y2="99657"/>
                        <a14:foregroundMark x1="65686" y1="99657" x2="27402" y2="99216"/>
                        <a14:foregroundMark x1="26863" y1="98971" x2="5882" y2="99069"/>
                        <a14:foregroundMark x1="2843" y1="97990" x2="392" y2="93873"/>
                        <a14:foregroundMark x1="1324" y1="88480" x2="1324" y2="78284"/>
                        <a14:foregroundMark x1="931" y1="76765" x2="2598" y2="66765"/>
                        <a14:foregroundMark x1="2598" y1="66765" x2="1225" y2="61716"/>
                        <a14:foregroundMark x1="931" y1="67255" x2="931" y2="68333"/>
                        <a14:foregroundMark x1="931" y1="61471" x2="931" y2="54706"/>
                        <a14:foregroundMark x1="931" y1="49755" x2="637" y2="38186"/>
                        <a14:foregroundMark x1="1078" y1="35686" x2="637" y2="25931"/>
                        <a14:foregroundMark x1="931" y1="22745" x2="539" y2="9902"/>
                        <a14:foregroundMark x1="56324" y1="1373" x2="70686" y2="1373"/>
                        <a14:foregroundMark x1="74657" y1="1225" x2="85686" y2="1225"/>
                        <a14:foregroundMark x1="97010" y1="1814" x2="98382" y2="4951"/>
                        <a14:foregroundMark x1="98480" y1="6471" x2="99069" y2="14902"/>
                        <a14:foregroundMark x1="99069" y1="16667" x2="98922" y2="72353"/>
                        <a14:foregroundMark x1="98775" y1="74853" x2="99069" y2="91912"/>
                        <a14:backgroundMark x1="931" y1="98676" x2="98" y2="98529"/>
                        <a14:backgroundMark x1="1765" y1="1373" x2="539" y2="1373"/>
                        <a14:backgroundMark x1="99069" y1="980" x2="99069" y2="980"/>
                        <a14:backgroundMark x1="99069" y1="980" x2="99216" y2="980"/>
                        <a14:backgroundMark x1="98922" y1="98824" x2="99608" y2="9882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38174" y="23649"/>
            <a:ext cx="481995" cy="4568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Google Shape;178;p53">
            <a:extLst>
              <a:ext uri="{FF2B5EF4-FFF2-40B4-BE49-F238E27FC236}">
                <a16:creationId xmlns:a16="http://schemas.microsoft.com/office/drawing/2014/main" id="{7955F155-95BC-394D-D122-85A312939BC8}"/>
              </a:ext>
            </a:extLst>
          </p:cNvPr>
          <p:cNvSpPr txBox="1"/>
          <p:nvPr/>
        </p:nvSpPr>
        <p:spPr>
          <a:xfrm>
            <a:off x="1142923" y="418398"/>
            <a:ext cx="4478808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-VN" sz="2400" b="0" i="0" u="none" strike="noStrike" cap="none">
                <a:solidFill>
                  <a:srgbClr val="EF860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Kết quả đạt được</a:t>
            </a:r>
            <a:endParaRPr sz="2400" b="0" i="0" u="none" strike="noStrike" cap="none" dirty="0">
              <a:solidFill>
                <a:srgbClr val="EF8600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8" name="Google Shape;194;p4">
            <a:extLst>
              <a:ext uri="{FF2B5EF4-FFF2-40B4-BE49-F238E27FC236}">
                <a16:creationId xmlns:a16="http://schemas.microsoft.com/office/drawing/2014/main" id="{C3BEF7EB-A3F3-880E-0811-CB4E8308A7B6}"/>
              </a:ext>
            </a:extLst>
          </p:cNvPr>
          <p:cNvSpPr txBox="1"/>
          <p:nvPr/>
        </p:nvSpPr>
        <p:spPr>
          <a:xfrm>
            <a:off x="415976" y="194222"/>
            <a:ext cx="749807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-VN" sz="2800" b="0" i="0" u="none" strike="noStrike" cap="none" dirty="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04</a:t>
            </a:r>
            <a:endParaRPr sz="2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195;p4">
            <a:extLst>
              <a:ext uri="{FF2B5EF4-FFF2-40B4-BE49-F238E27FC236}">
                <a16:creationId xmlns:a16="http://schemas.microsoft.com/office/drawing/2014/main" id="{AA11DF4E-7838-8BA2-4AA1-4ABF27E4D45D}"/>
              </a:ext>
            </a:extLst>
          </p:cNvPr>
          <p:cNvSpPr/>
          <p:nvPr/>
        </p:nvSpPr>
        <p:spPr>
          <a:xfrm>
            <a:off x="391046" y="318646"/>
            <a:ext cx="648000" cy="648000"/>
          </a:xfrm>
          <a:prstGeom prst="rect">
            <a:avLst/>
          </a:prstGeom>
          <a:noFill/>
          <a:ln w="9525" cap="flat" cmpd="sng">
            <a:solidFill>
              <a:srgbClr val="BA7C2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9FF1248-7708-4756-1E05-9CADA3553FB1}"/>
              </a:ext>
            </a:extLst>
          </p:cNvPr>
          <p:cNvSpPr txBox="1"/>
          <p:nvPr/>
        </p:nvSpPr>
        <p:spPr>
          <a:xfrm>
            <a:off x="1165783" y="913937"/>
            <a:ext cx="3406217" cy="375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lnSpc>
                <a:spcPct val="150000"/>
              </a:lnSpc>
              <a:spcAft>
                <a:spcPts val="800"/>
              </a:spcAft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q"/>
            </a:pPr>
            <a:r>
              <a:rPr lang="vi-VN" b="1" kern="100" dirty="0">
                <a:solidFill>
                  <a:schemeClr val="bg1"/>
                </a:solidFill>
                <a:latin typeface="+mn-lt"/>
                <a:ea typeface="Aptos" panose="020B0004020202020204" pitchFamily="34" charset="0"/>
                <a:cs typeface="Arial" panose="020B0604020202020204" pitchFamily="34" charset="0"/>
              </a:rPr>
              <a:t>Giao diện phân tích </a:t>
            </a:r>
            <a:r>
              <a:rPr lang="vi-VN" b="1" kern="100" dirty="0" err="1">
                <a:solidFill>
                  <a:schemeClr val="bg1"/>
                </a:solidFill>
                <a:latin typeface="+mn-lt"/>
                <a:ea typeface="Aptos" panose="020B0004020202020204" pitchFamily="34" charset="0"/>
                <a:cs typeface="Arial" panose="020B0604020202020204" pitchFamily="34" charset="0"/>
              </a:rPr>
              <a:t>video</a:t>
            </a:r>
            <a:endParaRPr lang="vi-VN" b="1" kern="100" dirty="0">
              <a:solidFill>
                <a:schemeClr val="bg1"/>
              </a:solidFill>
              <a:latin typeface="+mn-lt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CAEA3AE-6F07-CF90-93AC-55D1F01CA7D6}"/>
              </a:ext>
            </a:extLst>
          </p:cNvPr>
          <p:cNvSpPr/>
          <p:nvPr/>
        </p:nvSpPr>
        <p:spPr>
          <a:xfrm>
            <a:off x="6413535" y="5810579"/>
            <a:ext cx="72000" cy="32400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35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5804ED0-A716-C4D0-7DFC-4BF7A3CDCE9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47063" y="1497898"/>
            <a:ext cx="6896812" cy="32400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2" name="Google Shape;158;p1">
            <a:extLst>
              <a:ext uri="{FF2B5EF4-FFF2-40B4-BE49-F238E27FC236}">
                <a16:creationId xmlns:a16="http://schemas.microsoft.com/office/drawing/2014/main" id="{09E8FC4B-C536-6A39-52CE-2D21DAAC2CBE}"/>
              </a:ext>
            </a:extLst>
          </p:cNvPr>
          <p:cNvSpPr txBox="1"/>
          <p:nvPr/>
        </p:nvSpPr>
        <p:spPr>
          <a:xfrm>
            <a:off x="8569967" y="4504974"/>
            <a:ext cx="574034" cy="5043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just">
              <a:lnSpc>
                <a:spcPct val="150000"/>
              </a:lnSpc>
            </a:pPr>
            <a:r>
              <a:rPr lang="vi-VN" sz="2000" b="1" dirty="0">
                <a:solidFill>
                  <a:schemeClr val="bg1"/>
                </a:solidFill>
                <a:latin typeface="Montserrat" panose="00000500000000000000" pitchFamily="2" charset="-93"/>
                <a:sym typeface="Montserrat"/>
              </a:rPr>
              <a:t>20</a:t>
            </a:r>
            <a:endParaRPr sz="2000" b="1" dirty="0">
              <a:solidFill>
                <a:schemeClr val="bg1"/>
              </a:solidFill>
              <a:latin typeface="Montserrat" panose="00000500000000000000" pitchFamily="2" charset="-93"/>
              <a:sym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16859054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7">
          <a:extLst>
            <a:ext uri="{FF2B5EF4-FFF2-40B4-BE49-F238E27FC236}">
              <a16:creationId xmlns:a16="http://schemas.microsoft.com/office/drawing/2014/main" id="{02DDDD86-19A1-17B6-7FB0-1A53CFE046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10" descr="Nhận diện thương hiệu Logo HaUI">
            <a:extLst>
              <a:ext uri="{FF2B5EF4-FFF2-40B4-BE49-F238E27FC236}">
                <a16:creationId xmlns:a16="http://schemas.microsoft.com/office/drawing/2014/main" id="{463F895D-B535-935B-C57C-078D62D302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245" b="99657" l="343" r="99069">
                        <a14:foregroundMark x1="1415" y1="2252" x2="12206" y2="833"/>
                        <a14:foregroundMark x1="12206" y1="833" x2="83333" y2="1912"/>
                        <a14:foregroundMark x1="89020" y1="686" x2="88873" y2="19559"/>
                        <a14:foregroundMark x1="96324" y1="1667" x2="97108" y2="10588"/>
                        <a14:foregroundMark x1="98922" y1="95637" x2="93971" y2="97549"/>
                        <a14:foregroundMark x1="4118" y1="98529" x2="2843" y2="94657"/>
                        <a14:foregroundMark x1="1225" y1="89853" x2="7941" y2="88480"/>
                        <a14:foregroundMark x1="11814" y1="73333" x2="58578" y2="72059"/>
                        <a14:foregroundMark x1="58578" y1="72059" x2="79559" y2="73333"/>
                        <a14:foregroundMark x1="79559" y1="73333" x2="89804" y2="72892"/>
                        <a14:foregroundMark x1="89804" y1="72892" x2="90490" y2="72892"/>
                        <a14:foregroundMark x1="55784" y1="47549" x2="52206" y2="27304"/>
                        <a14:foregroundMark x1="45147" y1="21765" x2="43922" y2="11029"/>
                        <a14:foregroundMark x1="47108" y1="17892" x2="34412" y2="17108"/>
                        <a14:foregroundMark x1="77843" y1="92745" x2="89020" y2="91078"/>
                        <a14:foregroundMark x1="97549" y1="97990" x2="95490" y2="98529"/>
                        <a14:foregroundMark x1="91765" y1="99363" x2="86520" y2="99363"/>
                        <a14:foregroundMark x1="82108" y1="99363" x2="76176" y2="98284"/>
                        <a14:foregroundMark x1="75196" y1="99510" x2="66373" y2="99657"/>
                        <a14:foregroundMark x1="65686" y1="99657" x2="27402" y2="99216"/>
                        <a14:foregroundMark x1="26863" y1="98971" x2="5882" y2="99069"/>
                        <a14:foregroundMark x1="2843" y1="97990" x2="392" y2="93873"/>
                        <a14:foregroundMark x1="1324" y1="88480" x2="1324" y2="78284"/>
                        <a14:foregroundMark x1="931" y1="76765" x2="2598" y2="66765"/>
                        <a14:foregroundMark x1="2598" y1="66765" x2="1225" y2="61716"/>
                        <a14:foregroundMark x1="931" y1="67255" x2="931" y2="68333"/>
                        <a14:foregroundMark x1="931" y1="61471" x2="931" y2="54706"/>
                        <a14:foregroundMark x1="931" y1="49755" x2="637" y2="38186"/>
                        <a14:foregroundMark x1="1078" y1="35686" x2="637" y2="25931"/>
                        <a14:foregroundMark x1="931" y1="22745" x2="539" y2="9902"/>
                        <a14:foregroundMark x1="56324" y1="1373" x2="70686" y2="1373"/>
                        <a14:foregroundMark x1="74657" y1="1225" x2="85686" y2="1225"/>
                        <a14:foregroundMark x1="97010" y1="1814" x2="98382" y2="4951"/>
                        <a14:foregroundMark x1="98480" y1="6471" x2="99069" y2="14902"/>
                        <a14:foregroundMark x1="99069" y1="16667" x2="98922" y2="72353"/>
                        <a14:foregroundMark x1="98775" y1="74853" x2="99069" y2="91912"/>
                        <a14:backgroundMark x1="931" y1="98676" x2="98" y2="98529"/>
                        <a14:backgroundMark x1="1765" y1="1373" x2="539" y2="1373"/>
                        <a14:backgroundMark x1="99069" y1="980" x2="99069" y2="980"/>
                        <a14:backgroundMark x1="99069" y1="980" x2="99216" y2="980"/>
                        <a14:backgroundMark x1="98922" y1="98824" x2="99608" y2="9882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38174" y="23649"/>
            <a:ext cx="481995" cy="4568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Google Shape;178;p53">
            <a:extLst>
              <a:ext uri="{FF2B5EF4-FFF2-40B4-BE49-F238E27FC236}">
                <a16:creationId xmlns:a16="http://schemas.microsoft.com/office/drawing/2014/main" id="{46B81917-B178-4FE1-3E78-C6EB99D1DD83}"/>
              </a:ext>
            </a:extLst>
          </p:cNvPr>
          <p:cNvSpPr txBox="1"/>
          <p:nvPr/>
        </p:nvSpPr>
        <p:spPr>
          <a:xfrm>
            <a:off x="1142923" y="418398"/>
            <a:ext cx="4478808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-VN" sz="2400" b="0" i="0" u="none" strike="noStrike" cap="none">
                <a:solidFill>
                  <a:srgbClr val="EF860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Kết quả đạt được</a:t>
            </a:r>
            <a:endParaRPr sz="2400" b="0" i="0" u="none" strike="noStrike" cap="none" dirty="0">
              <a:solidFill>
                <a:srgbClr val="EF8600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8" name="Google Shape;194;p4">
            <a:extLst>
              <a:ext uri="{FF2B5EF4-FFF2-40B4-BE49-F238E27FC236}">
                <a16:creationId xmlns:a16="http://schemas.microsoft.com/office/drawing/2014/main" id="{6FBD02BF-BC61-64FE-6EB5-9142E8982068}"/>
              </a:ext>
            </a:extLst>
          </p:cNvPr>
          <p:cNvSpPr txBox="1"/>
          <p:nvPr/>
        </p:nvSpPr>
        <p:spPr>
          <a:xfrm>
            <a:off x="415976" y="194222"/>
            <a:ext cx="749807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-VN" sz="2800" b="0" i="0" u="none" strike="noStrike" cap="none" dirty="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04</a:t>
            </a:r>
            <a:endParaRPr sz="2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195;p4">
            <a:extLst>
              <a:ext uri="{FF2B5EF4-FFF2-40B4-BE49-F238E27FC236}">
                <a16:creationId xmlns:a16="http://schemas.microsoft.com/office/drawing/2014/main" id="{12E6FFD0-4E06-D30C-8305-7CA30923E1DC}"/>
              </a:ext>
            </a:extLst>
          </p:cNvPr>
          <p:cNvSpPr/>
          <p:nvPr/>
        </p:nvSpPr>
        <p:spPr>
          <a:xfrm>
            <a:off x="391046" y="318646"/>
            <a:ext cx="648000" cy="648000"/>
          </a:xfrm>
          <a:prstGeom prst="rect">
            <a:avLst/>
          </a:prstGeom>
          <a:noFill/>
          <a:ln w="9525" cap="flat" cmpd="sng">
            <a:solidFill>
              <a:srgbClr val="BA7C2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39C83D7-243B-78CD-FB67-552B0BECA8F6}"/>
              </a:ext>
            </a:extLst>
          </p:cNvPr>
          <p:cNvSpPr txBox="1"/>
          <p:nvPr/>
        </p:nvSpPr>
        <p:spPr>
          <a:xfrm>
            <a:off x="1165783" y="913937"/>
            <a:ext cx="3406217" cy="375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lnSpc>
                <a:spcPct val="150000"/>
              </a:lnSpc>
              <a:spcAft>
                <a:spcPts val="800"/>
              </a:spcAft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q"/>
            </a:pPr>
            <a:r>
              <a:rPr lang="vi-VN" b="1" kern="100" dirty="0">
                <a:solidFill>
                  <a:schemeClr val="bg1"/>
                </a:solidFill>
                <a:latin typeface="+mn-lt"/>
                <a:ea typeface="Aptos" panose="020B0004020202020204" pitchFamily="34" charset="0"/>
                <a:cs typeface="Arial" panose="020B0604020202020204" pitchFamily="34" charset="0"/>
              </a:rPr>
              <a:t>Giao diện lịch sử cảnh báo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A50988F-6463-D610-C7C7-415915166EC2}"/>
              </a:ext>
            </a:extLst>
          </p:cNvPr>
          <p:cNvSpPr/>
          <p:nvPr/>
        </p:nvSpPr>
        <p:spPr>
          <a:xfrm>
            <a:off x="6413535" y="5810579"/>
            <a:ext cx="72000" cy="32400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35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D7DF179-AC0F-E853-19D9-EBA431870AE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24203" y="1459932"/>
            <a:ext cx="7167322" cy="326517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3" name="Google Shape;158;p1">
            <a:extLst>
              <a:ext uri="{FF2B5EF4-FFF2-40B4-BE49-F238E27FC236}">
                <a16:creationId xmlns:a16="http://schemas.microsoft.com/office/drawing/2014/main" id="{027FBCEE-0634-F001-27FA-EA2E7B5566A9}"/>
              </a:ext>
            </a:extLst>
          </p:cNvPr>
          <p:cNvSpPr txBox="1"/>
          <p:nvPr/>
        </p:nvSpPr>
        <p:spPr>
          <a:xfrm>
            <a:off x="8569967" y="4504974"/>
            <a:ext cx="574034" cy="5043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just">
              <a:lnSpc>
                <a:spcPct val="150000"/>
              </a:lnSpc>
            </a:pPr>
            <a:r>
              <a:rPr lang="vi-VN" sz="2000" b="1" dirty="0">
                <a:solidFill>
                  <a:schemeClr val="bg1"/>
                </a:solidFill>
                <a:latin typeface="Montserrat" panose="00000500000000000000" pitchFamily="2" charset="-93"/>
                <a:sym typeface="Montserrat"/>
              </a:rPr>
              <a:t>21</a:t>
            </a:r>
            <a:endParaRPr sz="2000" b="1" dirty="0">
              <a:solidFill>
                <a:schemeClr val="bg1"/>
              </a:solidFill>
              <a:latin typeface="Montserrat" panose="00000500000000000000" pitchFamily="2" charset="-93"/>
              <a:sym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20533565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7">
          <a:extLst>
            <a:ext uri="{FF2B5EF4-FFF2-40B4-BE49-F238E27FC236}">
              <a16:creationId xmlns:a16="http://schemas.microsoft.com/office/drawing/2014/main" id="{A32B75DC-13A5-94A1-B508-BE19CECA4D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10" descr="Nhận diện thương hiệu Logo HaUI">
            <a:extLst>
              <a:ext uri="{FF2B5EF4-FFF2-40B4-BE49-F238E27FC236}">
                <a16:creationId xmlns:a16="http://schemas.microsoft.com/office/drawing/2014/main" id="{2E571A76-D10C-3580-626C-7677676328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245" b="99657" l="343" r="99069">
                        <a14:foregroundMark x1="1415" y1="2252" x2="12206" y2="833"/>
                        <a14:foregroundMark x1="12206" y1="833" x2="83333" y2="1912"/>
                        <a14:foregroundMark x1="89020" y1="686" x2="88873" y2="19559"/>
                        <a14:foregroundMark x1="96324" y1="1667" x2="97108" y2="10588"/>
                        <a14:foregroundMark x1="98922" y1="95637" x2="93971" y2="97549"/>
                        <a14:foregroundMark x1="4118" y1="98529" x2="2843" y2="94657"/>
                        <a14:foregroundMark x1="1225" y1="89853" x2="7941" y2="88480"/>
                        <a14:foregroundMark x1="11814" y1="73333" x2="58578" y2="72059"/>
                        <a14:foregroundMark x1="58578" y1="72059" x2="79559" y2="73333"/>
                        <a14:foregroundMark x1="79559" y1="73333" x2="89804" y2="72892"/>
                        <a14:foregroundMark x1="89804" y1="72892" x2="90490" y2="72892"/>
                        <a14:foregroundMark x1="55784" y1="47549" x2="52206" y2="27304"/>
                        <a14:foregroundMark x1="45147" y1="21765" x2="43922" y2="11029"/>
                        <a14:foregroundMark x1="47108" y1="17892" x2="34412" y2="17108"/>
                        <a14:foregroundMark x1="77843" y1="92745" x2="89020" y2="91078"/>
                        <a14:foregroundMark x1="97549" y1="97990" x2="95490" y2="98529"/>
                        <a14:foregroundMark x1="91765" y1="99363" x2="86520" y2="99363"/>
                        <a14:foregroundMark x1="82108" y1="99363" x2="76176" y2="98284"/>
                        <a14:foregroundMark x1="75196" y1="99510" x2="66373" y2="99657"/>
                        <a14:foregroundMark x1="65686" y1="99657" x2="27402" y2="99216"/>
                        <a14:foregroundMark x1="26863" y1="98971" x2="5882" y2="99069"/>
                        <a14:foregroundMark x1="2843" y1="97990" x2="392" y2="93873"/>
                        <a14:foregroundMark x1="1324" y1="88480" x2="1324" y2="78284"/>
                        <a14:foregroundMark x1="931" y1="76765" x2="2598" y2="66765"/>
                        <a14:foregroundMark x1="2598" y1="66765" x2="1225" y2="61716"/>
                        <a14:foregroundMark x1="931" y1="67255" x2="931" y2="68333"/>
                        <a14:foregroundMark x1="931" y1="61471" x2="931" y2="54706"/>
                        <a14:foregroundMark x1="931" y1="49755" x2="637" y2="38186"/>
                        <a14:foregroundMark x1="1078" y1="35686" x2="637" y2="25931"/>
                        <a14:foregroundMark x1="931" y1="22745" x2="539" y2="9902"/>
                        <a14:foregroundMark x1="56324" y1="1373" x2="70686" y2="1373"/>
                        <a14:foregroundMark x1="74657" y1="1225" x2="85686" y2="1225"/>
                        <a14:foregroundMark x1="97010" y1="1814" x2="98382" y2="4951"/>
                        <a14:foregroundMark x1="98480" y1="6471" x2="99069" y2="14902"/>
                        <a14:foregroundMark x1="99069" y1="16667" x2="98922" y2="72353"/>
                        <a14:foregroundMark x1="98775" y1="74853" x2="99069" y2="91912"/>
                        <a14:backgroundMark x1="931" y1="98676" x2="98" y2="98529"/>
                        <a14:backgroundMark x1="1765" y1="1373" x2="539" y2="1373"/>
                        <a14:backgroundMark x1="99069" y1="980" x2="99069" y2="980"/>
                        <a14:backgroundMark x1="99069" y1="980" x2="99216" y2="980"/>
                        <a14:backgroundMark x1="98922" y1="98824" x2="99608" y2="9882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38174" y="23649"/>
            <a:ext cx="481995" cy="4568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Google Shape;178;p53">
            <a:extLst>
              <a:ext uri="{FF2B5EF4-FFF2-40B4-BE49-F238E27FC236}">
                <a16:creationId xmlns:a16="http://schemas.microsoft.com/office/drawing/2014/main" id="{695B61EC-E3A7-77D9-FE2C-B7BC66EEF45F}"/>
              </a:ext>
            </a:extLst>
          </p:cNvPr>
          <p:cNvSpPr txBox="1"/>
          <p:nvPr/>
        </p:nvSpPr>
        <p:spPr>
          <a:xfrm>
            <a:off x="1142923" y="418398"/>
            <a:ext cx="4478808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-VN" sz="2400" b="0" i="0" u="none" strike="noStrike" cap="none">
                <a:solidFill>
                  <a:srgbClr val="EF860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Kết quả đạt được</a:t>
            </a:r>
            <a:endParaRPr sz="2400" b="0" i="0" u="none" strike="noStrike" cap="none" dirty="0">
              <a:solidFill>
                <a:srgbClr val="EF8600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8" name="Google Shape;194;p4">
            <a:extLst>
              <a:ext uri="{FF2B5EF4-FFF2-40B4-BE49-F238E27FC236}">
                <a16:creationId xmlns:a16="http://schemas.microsoft.com/office/drawing/2014/main" id="{5BC22C2B-E30C-B2D8-D458-2A8ADF8FA685}"/>
              </a:ext>
            </a:extLst>
          </p:cNvPr>
          <p:cNvSpPr txBox="1"/>
          <p:nvPr/>
        </p:nvSpPr>
        <p:spPr>
          <a:xfrm>
            <a:off x="415976" y="194222"/>
            <a:ext cx="749807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-VN" sz="2800" b="0" i="0" u="none" strike="noStrike" cap="none" dirty="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04</a:t>
            </a:r>
            <a:endParaRPr sz="2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195;p4">
            <a:extLst>
              <a:ext uri="{FF2B5EF4-FFF2-40B4-BE49-F238E27FC236}">
                <a16:creationId xmlns:a16="http://schemas.microsoft.com/office/drawing/2014/main" id="{4115FEA7-0695-0DDD-B95A-262099F4A9AB}"/>
              </a:ext>
            </a:extLst>
          </p:cNvPr>
          <p:cNvSpPr/>
          <p:nvPr/>
        </p:nvSpPr>
        <p:spPr>
          <a:xfrm>
            <a:off x="391046" y="318646"/>
            <a:ext cx="648000" cy="648000"/>
          </a:xfrm>
          <a:prstGeom prst="rect">
            <a:avLst/>
          </a:prstGeom>
          <a:noFill/>
          <a:ln w="9525" cap="flat" cmpd="sng">
            <a:solidFill>
              <a:srgbClr val="BA7C2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373B941-FE86-FDC2-BACB-647DBA6CDAC9}"/>
              </a:ext>
            </a:extLst>
          </p:cNvPr>
          <p:cNvSpPr txBox="1"/>
          <p:nvPr/>
        </p:nvSpPr>
        <p:spPr>
          <a:xfrm>
            <a:off x="1165783" y="913937"/>
            <a:ext cx="3406217" cy="375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lnSpc>
                <a:spcPct val="150000"/>
              </a:lnSpc>
              <a:spcAft>
                <a:spcPts val="800"/>
              </a:spcAft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q"/>
            </a:pPr>
            <a:r>
              <a:rPr lang="vi-VN" b="1" kern="100" dirty="0">
                <a:solidFill>
                  <a:schemeClr val="bg1"/>
                </a:solidFill>
                <a:latin typeface="+mn-lt"/>
                <a:ea typeface="Aptos" panose="020B0004020202020204" pitchFamily="34" charset="0"/>
                <a:cs typeface="Arial" panose="020B0604020202020204" pitchFamily="34" charset="0"/>
              </a:rPr>
              <a:t>Giao diện cảnh báo </a:t>
            </a:r>
            <a:r>
              <a:rPr lang="vi-VN" b="1" kern="100" dirty="0" err="1">
                <a:solidFill>
                  <a:schemeClr val="bg1"/>
                </a:solidFill>
                <a:latin typeface="+mn-lt"/>
                <a:ea typeface="Aptos" panose="020B0004020202020204" pitchFamily="34" charset="0"/>
                <a:cs typeface="Arial" panose="020B0604020202020204" pitchFamily="34" charset="0"/>
              </a:rPr>
              <a:t>telegram</a:t>
            </a:r>
            <a:endParaRPr lang="vi-VN" b="1" kern="100" dirty="0">
              <a:solidFill>
                <a:schemeClr val="bg1"/>
              </a:solidFill>
              <a:latin typeface="+mn-lt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DB1D1F8-6EB8-1B08-FAC6-33F5C1861997}"/>
              </a:ext>
            </a:extLst>
          </p:cNvPr>
          <p:cNvSpPr/>
          <p:nvPr/>
        </p:nvSpPr>
        <p:spPr>
          <a:xfrm>
            <a:off x="6413535" y="5810579"/>
            <a:ext cx="72000" cy="32400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35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47A7C742-29EF-7FBD-FAC4-43C222A8937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9235" y="1323404"/>
            <a:ext cx="5995015" cy="340169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2" name="Google Shape;158;p1">
            <a:extLst>
              <a:ext uri="{FF2B5EF4-FFF2-40B4-BE49-F238E27FC236}">
                <a16:creationId xmlns:a16="http://schemas.microsoft.com/office/drawing/2014/main" id="{9F796416-8015-B371-1D3A-B6C5CAE10E95}"/>
              </a:ext>
            </a:extLst>
          </p:cNvPr>
          <p:cNvSpPr txBox="1"/>
          <p:nvPr/>
        </p:nvSpPr>
        <p:spPr>
          <a:xfrm>
            <a:off x="8569967" y="4504974"/>
            <a:ext cx="574034" cy="5043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just">
              <a:lnSpc>
                <a:spcPct val="150000"/>
              </a:lnSpc>
            </a:pPr>
            <a:r>
              <a:rPr lang="vi-VN" sz="2000" b="1" dirty="0">
                <a:solidFill>
                  <a:schemeClr val="bg1"/>
                </a:solidFill>
                <a:latin typeface="Montserrat" panose="00000500000000000000" pitchFamily="2" charset="-93"/>
                <a:sym typeface="Montserrat"/>
              </a:rPr>
              <a:t>22</a:t>
            </a:r>
            <a:endParaRPr sz="2000" b="1" dirty="0">
              <a:solidFill>
                <a:schemeClr val="bg1"/>
              </a:solidFill>
              <a:latin typeface="Montserrat" panose="00000500000000000000" pitchFamily="2" charset="-93"/>
              <a:sym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18584572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7">
          <a:extLst>
            <a:ext uri="{FF2B5EF4-FFF2-40B4-BE49-F238E27FC236}">
              <a16:creationId xmlns:a16="http://schemas.microsoft.com/office/drawing/2014/main" id="{7F2ED08F-7F1A-ECF1-E6F9-2EBC39F465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10" descr="Nhận diện thương hiệu Logo HaUI">
            <a:extLst>
              <a:ext uri="{FF2B5EF4-FFF2-40B4-BE49-F238E27FC236}">
                <a16:creationId xmlns:a16="http://schemas.microsoft.com/office/drawing/2014/main" id="{FFB2B876-4372-A57F-D627-B953630D27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245" b="99657" l="343" r="99069">
                        <a14:foregroundMark x1="1415" y1="2252" x2="12206" y2="833"/>
                        <a14:foregroundMark x1="12206" y1="833" x2="83333" y2="1912"/>
                        <a14:foregroundMark x1="89020" y1="686" x2="88873" y2="19559"/>
                        <a14:foregroundMark x1="96324" y1="1667" x2="97108" y2="10588"/>
                        <a14:foregroundMark x1="98922" y1="95637" x2="93971" y2="97549"/>
                        <a14:foregroundMark x1="4118" y1="98529" x2="2843" y2="94657"/>
                        <a14:foregroundMark x1="1225" y1="89853" x2="7941" y2="88480"/>
                        <a14:foregroundMark x1="11814" y1="73333" x2="58578" y2="72059"/>
                        <a14:foregroundMark x1="58578" y1="72059" x2="79559" y2="73333"/>
                        <a14:foregroundMark x1="79559" y1="73333" x2="89804" y2="72892"/>
                        <a14:foregroundMark x1="89804" y1="72892" x2="90490" y2="72892"/>
                        <a14:foregroundMark x1="55784" y1="47549" x2="52206" y2="27304"/>
                        <a14:foregroundMark x1="45147" y1="21765" x2="43922" y2="11029"/>
                        <a14:foregroundMark x1="47108" y1="17892" x2="34412" y2="17108"/>
                        <a14:foregroundMark x1="77843" y1="92745" x2="89020" y2="91078"/>
                        <a14:foregroundMark x1="97549" y1="97990" x2="95490" y2="98529"/>
                        <a14:foregroundMark x1="91765" y1="99363" x2="86520" y2="99363"/>
                        <a14:foregroundMark x1="82108" y1="99363" x2="76176" y2="98284"/>
                        <a14:foregroundMark x1="75196" y1="99510" x2="66373" y2="99657"/>
                        <a14:foregroundMark x1="65686" y1="99657" x2="27402" y2="99216"/>
                        <a14:foregroundMark x1="26863" y1="98971" x2="5882" y2="99069"/>
                        <a14:foregroundMark x1="2843" y1="97990" x2="392" y2="93873"/>
                        <a14:foregroundMark x1="1324" y1="88480" x2="1324" y2="78284"/>
                        <a14:foregroundMark x1="931" y1="76765" x2="2598" y2="66765"/>
                        <a14:foregroundMark x1="2598" y1="66765" x2="1225" y2="61716"/>
                        <a14:foregroundMark x1="931" y1="67255" x2="931" y2="68333"/>
                        <a14:foregroundMark x1="931" y1="61471" x2="931" y2="54706"/>
                        <a14:foregroundMark x1="931" y1="49755" x2="637" y2="38186"/>
                        <a14:foregroundMark x1="1078" y1="35686" x2="637" y2="25931"/>
                        <a14:foregroundMark x1="931" y1="22745" x2="539" y2="9902"/>
                        <a14:foregroundMark x1="56324" y1="1373" x2="70686" y2="1373"/>
                        <a14:foregroundMark x1="74657" y1="1225" x2="85686" y2="1225"/>
                        <a14:foregroundMark x1="97010" y1="1814" x2="98382" y2="4951"/>
                        <a14:foregroundMark x1="98480" y1="6471" x2="99069" y2="14902"/>
                        <a14:foregroundMark x1="99069" y1="16667" x2="98922" y2="72353"/>
                        <a14:foregroundMark x1="98775" y1="74853" x2="99069" y2="91912"/>
                        <a14:backgroundMark x1="931" y1="98676" x2="98" y2="98529"/>
                        <a14:backgroundMark x1="1765" y1="1373" x2="539" y2="1373"/>
                        <a14:backgroundMark x1="99069" y1="980" x2="99069" y2="980"/>
                        <a14:backgroundMark x1="99069" y1="980" x2="99216" y2="980"/>
                        <a14:backgroundMark x1="98922" y1="98824" x2="99608" y2="9882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38174" y="23649"/>
            <a:ext cx="481995" cy="4568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Google Shape;178;p53">
            <a:extLst>
              <a:ext uri="{FF2B5EF4-FFF2-40B4-BE49-F238E27FC236}">
                <a16:creationId xmlns:a16="http://schemas.microsoft.com/office/drawing/2014/main" id="{94D02330-E426-9AC7-AB7F-E24B6B70D23B}"/>
              </a:ext>
            </a:extLst>
          </p:cNvPr>
          <p:cNvSpPr txBox="1"/>
          <p:nvPr/>
        </p:nvSpPr>
        <p:spPr>
          <a:xfrm>
            <a:off x="1142923" y="418398"/>
            <a:ext cx="4478808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-VN" sz="2400" b="0" i="0" u="none" strike="noStrike" cap="none">
                <a:solidFill>
                  <a:srgbClr val="EF860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Phương hướng phát triển</a:t>
            </a:r>
            <a:endParaRPr sz="2400" b="0" i="0" u="none" strike="noStrike" cap="none" dirty="0">
              <a:solidFill>
                <a:srgbClr val="EF8600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19" name="Google Shape;194;p4">
            <a:extLst>
              <a:ext uri="{FF2B5EF4-FFF2-40B4-BE49-F238E27FC236}">
                <a16:creationId xmlns:a16="http://schemas.microsoft.com/office/drawing/2014/main" id="{7AEE99E3-DA2D-AAF2-0F92-86BC6A7EDF2F}"/>
              </a:ext>
            </a:extLst>
          </p:cNvPr>
          <p:cNvSpPr txBox="1"/>
          <p:nvPr/>
        </p:nvSpPr>
        <p:spPr>
          <a:xfrm>
            <a:off x="415976" y="194222"/>
            <a:ext cx="749807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-VN" sz="2800" b="0" i="0" u="none" strike="noStrike" cap="none" dirty="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05</a:t>
            </a:r>
            <a:endParaRPr sz="2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195;p4">
            <a:extLst>
              <a:ext uri="{FF2B5EF4-FFF2-40B4-BE49-F238E27FC236}">
                <a16:creationId xmlns:a16="http://schemas.microsoft.com/office/drawing/2014/main" id="{FDBBE0DA-AA9B-B6F2-4F92-62E528F03DBC}"/>
              </a:ext>
            </a:extLst>
          </p:cNvPr>
          <p:cNvSpPr/>
          <p:nvPr/>
        </p:nvSpPr>
        <p:spPr>
          <a:xfrm>
            <a:off x="391046" y="318646"/>
            <a:ext cx="648000" cy="648000"/>
          </a:xfrm>
          <a:prstGeom prst="rect">
            <a:avLst/>
          </a:prstGeom>
          <a:noFill/>
          <a:ln w="9525" cap="flat" cmpd="sng">
            <a:solidFill>
              <a:srgbClr val="BA7C2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D0FF341-B6D9-9A69-15DC-495CB26A5DCB}"/>
              </a:ext>
            </a:extLst>
          </p:cNvPr>
          <p:cNvSpPr txBox="1"/>
          <p:nvPr/>
        </p:nvSpPr>
        <p:spPr>
          <a:xfrm>
            <a:off x="548858" y="1415994"/>
            <a:ext cx="5382042" cy="28371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lnSpc>
                <a:spcPct val="150000"/>
              </a:lnSpc>
              <a:spcAft>
                <a:spcPts val="800"/>
              </a:spcAft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q"/>
            </a:pPr>
            <a:r>
              <a:rPr lang="vi-VN" sz="1600" b="1" kern="100" dirty="0">
                <a:solidFill>
                  <a:schemeClr val="bg1"/>
                </a:solidFill>
                <a:latin typeface="+mn-lt"/>
                <a:ea typeface="Aptos" panose="020B0004020202020204" pitchFamily="34" charset="0"/>
                <a:cs typeface="Arial" panose="020B0604020202020204" pitchFamily="34" charset="0"/>
              </a:rPr>
              <a:t>Tích hợp </a:t>
            </a:r>
            <a:r>
              <a:rPr lang="vi-VN" sz="1600" b="1" kern="100" dirty="0" err="1">
                <a:solidFill>
                  <a:schemeClr val="bg1"/>
                </a:solidFill>
                <a:latin typeface="+mn-lt"/>
                <a:ea typeface="Aptos" panose="020B0004020202020204" pitchFamily="34" charset="0"/>
                <a:cs typeface="Arial" panose="020B0604020202020204" pitchFamily="34" charset="0"/>
              </a:rPr>
              <a:t>Edge</a:t>
            </a:r>
            <a:r>
              <a:rPr lang="vi-VN" sz="1600" b="1" kern="100" dirty="0">
                <a:solidFill>
                  <a:schemeClr val="bg1"/>
                </a:solidFill>
                <a:latin typeface="+mn-lt"/>
                <a:ea typeface="Aptos" panose="020B0004020202020204" pitchFamily="34" charset="0"/>
                <a:cs typeface="Arial" panose="020B0604020202020204" pitchFamily="34" charset="0"/>
              </a:rPr>
              <a:t> AI: Tối ưu hóa mô hình để chạy trực tiếp trên các thiết bị nhúng </a:t>
            </a:r>
          </a:p>
          <a:p>
            <a:pPr marL="342900" lvl="0" indent="-342900" algn="just">
              <a:lnSpc>
                <a:spcPct val="150000"/>
              </a:lnSpc>
              <a:spcAft>
                <a:spcPts val="800"/>
              </a:spcAft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q"/>
            </a:pPr>
            <a:r>
              <a:rPr lang="vi-VN" sz="1600" b="1" kern="100" dirty="0">
                <a:solidFill>
                  <a:schemeClr val="bg1"/>
                </a:solidFill>
                <a:latin typeface="+mn-lt"/>
                <a:ea typeface="Aptos" panose="020B0004020202020204" pitchFamily="34" charset="0"/>
                <a:cs typeface="Arial" panose="020B0604020202020204" pitchFamily="34" charset="0"/>
              </a:rPr>
              <a:t>Đa dạng hóa luồng cảnh báo: Tích hợp thêm tin nhắn SMS, </a:t>
            </a:r>
            <a:r>
              <a:rPr lang="vi-VN" sz="1600" b="1" kern="100" dirty="0" err="1">
                <a:solidFill>
                  <a:schemeClr val="bg1"/>
                </a:solidFill>
                <a:latin typeface="+mn-lt"/>
                <a:ea typeface="Aptos" panose="020B0004020202020204" pitchFamily="34" charset="0"/>
                <a:cs typeface="Arial" panose="020B0604020202020204" pitchFamily="34" charset="0"/>
              </a:rPr>
              <a:t>Email</a:t>
            </a:r>
            <a:r>
              <a:rPr lang="vi-VN" sz="1600" b="1" kern="100" dirty="0">
                <a:solidFill>
                  <a:schemeClr val="bg1"/>
                </a:solidFill>
                <a:latin typeface="+mn-lt"/>
                <a:ea typeface="Aptos" panose="020B0004020202020204" pitchFamily="34" charset="0"/>
                <a:cs typeface="Arial" panose="020B0604020202020204" pitchFamily="34" charset="0"/>
              </a:rPr>
              <a:t>.</a:t>
            </a:r>
          </a:p>
          <a:p>
            <a:pPr marL="342900" lvl="0" indent="-342900" algn="just">
              <a:lnSpc>
                <a:spcPct val="150000"/>
              </a:lnSpc>
              <a:spcAft>
                <a:spcPts val="800"/>
              </a:spcAft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q"/>
            </a:pPr>
            <a:r>
              <a:rPr lang="vi-VN" sz="1600" b="1" kern="100" dirty="0">
                <a:solidFill>
                  <a:schemeClr val="bg1"/>
                </a:solidFill>
                <a:latin typeface="+mn-lt"/>
                <a:ea typeface="Aptos" panose="020B0004020202020204" pitchFamily="34" charset="0"/>
                <a:cs typeface="Arial" panose="020B0604020202020204" pitchFamily="34" charset="0"/>
              </a:rPr>
              <a:t>Tích hợp hệ thống vào nền tảng nhà thông minh chuyên dụng cho việc chăm sóc người </a:t>
            </a:r>
            <a:r>
              <a:rPr lang="vi-VN" sz="1600" b="1" kern="100">
                <a:solidFill>
                  <a:schemeClr val="bg1"/>
                </a:solidFill>
                <a:latin typeface="+mn-lt"/>
                <a:ea typeface="Aptos" panose="020B0004020202020204" pitchFamily="34" charset="0"/>
                <a:cs typeface="Arial" panose="020B0604020202020204" pitchFamily="34" charset="0"/>
              </a:rPr>
              <a:t>cao tuổi/bệnh nhân.</a:t>
            </a:r>
            <a:endParaRPr lang="vi-VN" sz="1600" b="1" kern="100" dirty="0">
              <a:solidFill>
                <a:schemeClr val="bg1"/>
              </a:solidFill>
              <a:latin typeface="+mn-lt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88E478AA-C103-621F-2896-9F94F9E1585B}"/>
              </a:ext>
            </a:extLst>
          </p:cNvPr>
          <p:cNvGrpSpPr/>
          <p:nvPr/>
        </p:nvGrpSpPr>
        <p:grpSpPr>
          <a:xfrm>
            <a:off x="6116140" y="1415994"/>
            <a:ext cx="2520000" cy="2520000"/>
            <a:chOff x="715452" y="1931465"/>
            <a:chExt cx="7733779" cy="7022035"/>
          </a:xfrm>
          <a:noFill/>
        </p:grpSpPr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35A5E35E-A45B-A54C-D05B-F8D1D830D510}"/>
                </a:ext>
              </a:extLst>
            </p:cNvPr>
            <p:cNvSpPr/>
            <p:nvPr/>
          </p:nvSpPr>
          <p:spPr>
            <a:xfrm>
              <a:off x="1371600" y="1931465"/>
              <a:ext cx="7077631" cy="7022035"/>
            </a:xfrm>
            <a:prstGeom prst="ellipse">
              <a:avLst/>
            </a:prstGeom>
            <a:grpFill/>
            <a:ln w="88900">
              <a:solidFill>
                <a:srgbClr val="D6D6D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endParaRPr lang="en-US" u="sng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D1D07523-6622-74E9-7956-109141DA154C}"/>
                </a:ext>
              </a:extLst>
            </p:cNvPr>
            <p:cNvSpPr/>
            <p:nvPr/>
          </p:nvSpPr>
          <p:spPr>
            <a:xfrm>
              <a:off x="715452" y="2214429"/>
              <a:ext cx="7733779" cy="5824672"/>
            </a:xfrm>
            <a:custGeom>
              <a:avLst/>
              <a:gdLst>
                <a:gd name="connsiteX0" fmla="*/ 1699100 w 5177072"/>
                <a:gd name="connsiteY0" fmla="*/ 1666728 h 4015330"/>
                <a:gd name="connsiteX1" fmla="*/ 1672524 w 5177072"/>
                <a:gd name="connsiteY1" fmla="*/ 1681758 h 4015330"/>
                <a:gd name="connsiteX2" fmla="*/ 1674643 w 5177072"/>
                <a:gd name="connsiteY2" fmla="*/ 1681282 h 4015330"/>
                <a:gd name="connsiteX3" fmla="*/ 1711896 w 5177072"/>
                <a:gd name="connsiteY3" fmla="*/ 1683480 h 4015330"/>
                <a:gd name="connsiteX4" fmla="*/ 4547592 w 5177072"/>
                <a:gd name="connsiteY4" fmla="*/ 331 h 4015330"/>
                <a:gd name="connsiteX5" fmla="*/ 4637971 w 5177072"/>
                <a:gd name="connsiteY5" fmla="*/ 37693 h 4015330"/>
                <a:gd name="connsiteX6" fmla="*/ 4667305 w 5177072"/>
                <a:gd name="connsiteY6" fmla="*/ 70322 h 4015330"/>
                <a:gd name="connsiteX7" fmla="*/ 4669119 w 5177072"/>
                <a:gd name="connsiteY7" fmla="*/ 72339 h 4015330"/>
                <a:gd name="connsiteX8" fmla="*/ 4825057 w 5177072"/>
                <a:gd name="connsiteY8" fmla="*/ 999 h 4015330"/>
                <a:gd name="connsiteX9" fmla="*/ 4882367 w 5177072"/>
                <a:gd name="connsiteY9" fmla="*/ 16971 h 4015330"/>
                <a:gd name="connsiteX10" fmla="*/ 4990507 w 5177072"/>
                <a:gd name="connsiteY10" fmla="*/ 168019 h 4015330"/>
                <a:gd name="connsiteX11" fmla="*/ 4991095 w 5177072"/>
                <a:gd name="connsiteY11" fmla="*/ 168289 h 4015330"/>
                <a:gd name="connsiteX12" fmla="*/ 5036821 w 5177072"/>
                <a:gd name="connsiteY12" fmla="*/ 189212 h 4015330"/>
                <a:gd name="connsiteX13" fmla="*/ 5129289 w 5177072"/>
                <a:gd name="connsiteY13" fmla="*/ 314616 h 4015330"/>
                <a:gd name="connsiteX14" fmla="*/ 5123077 w 5177072"/>
                <a:gd name="connsiteY14" fmla="*/ 473578 h 4015330"/>
                <a:gd name="connsiteX15" fmla="*/ 5168454 w 5177072"/>
                <a:gd name="connsiteY15" fmla="*/ 716627 h 4015330"/>
                <a:gd name="connsiteX16" fmla="*/ 4955887 w 5177072"/>
                <a:gd name="connsiteY16" fmla="*/ 929381 h 4015330"/>
                <a:gd name="connsiteX17" fmla="*/ 4950517 w 5177072"/>
                <a:gd name="connsiteY17" fmla="*/ 980997 h 4015330"/>
                <a:gd name="connsiteX18" fmla="*/ 4935900 w 5177072"/>
                <a:gd name="connsiteY18" fmla="*/ 1028659 h 4015330"/>
                <a:gd name="connsiteX19" fmla="*/ 4979440 w 5177072"/>
                <a:gd name="connsiteY19" fmla="*/ 1079982 h 4015330"/>
                <a:gd name="connsiteX20" fmla="*/ 5075240 w 5177072"/>
                <a:gd name="connsiteY20" fmla="*/ 1300569 h 4015330"/>
                <a:gd name="connsiteX21" fmla="*/ 5061751 w 5177072"/>
                <a:gd name="connsiteY21" fmla="*/ 1723036 h 4015330"/>
                <a:gd name="connsiteX22" fmla="*/ 5160290 w 5177072"/>
                <a:gd name="connsiteY22" fmla="*/ 2368979 h 4015330"/>
                <a:gd name="connsiteX23" fmla="*/ 4698686 w 5177072"/>
                <a:gd name="connsiteY23" fmla="*/ 2934405 h 4015330"/>
                <a:gd name="connsiteX24" fmla="*/ 4533440 w 5177072"/>
                <a:gd name="connsiteY24" fmla="*/ 3418903 h 4015330"/>
                <a:gd name="connsiteX25" fmla="*/ 3970829 w 5177072"/>
                <a:gd name="connsiteY25" fmla="*/ 3477565 h 4015330"/>
                <a:gd name="connsiteX26" fmla="*/ 3568777 w 5177072"/>
                <a:gd name="connsiteY26" fmla="*/ 3994434 h 4015330"/>
                <a:gd name="connsiteX27" fmla="*/ 2977625 w 5177072"/>
                <a:gd name="connsiteY27" fmla="*/ 3678939 h 4015330"/>
                <a:gd name="connsiteX28" fmla="*/ 2099492 w 5177072"/>
                <a:gd name="connsiteY28" fmla="*/ 3367224 h 4015330"/>
                <a:gd name="connsiteX29" fmla="*/ 1859591 w 5177072"/>
                <a:gd name="connsiteY29" fmla="*/ 3289634 h 4015330"/>
                <a:gd name="connsiteX30" fmla="*/ 1858621 w 5177072"/>
                <a:gd name="connsiteY30" fmla="*/ 3288590 h 4015330"/>
                <a:gd name="connsiteX31" fmla="*/ 1828701 w 5177072"/>
                <a:gd name="connsiteY31" fmla="*/ 3353510 h 4015330"/>
                <a:gd name="connsiteX32" fmla="*/ 1786109 w 5177072"/>
                <a:gd name="connsiteY32" fmla="*/ 3412628 h 4015330"/>
                <a:gd name="connsiteX33" fmla="*/ 1441304 w 5177072"/>
                <a:gd name="connsiteY33" fmla="*/ 3447030 h 4015330"/>
                <a:gd name="connsiteX34" fmla="*/ 1194899 w 5177072"/>
                <a:gd name="connsiteY34" fmla="*/ 3750143 h 4015330"/>
                <a:gd name="connsiteX35" fmla="*/ 832602 w 5177072"/>
                <a:gd name="connsiteY35" fmla="*/ 3565124 h 4015330"/>
                <a:gd name="connsiteX36" fmla="*/ 294424 w 5177072"/>
                <a:gd name="connsiteY36" fmla="*/ 3382322 h 4015330"/>
                <a:gd name="connsiteX37" fmla="*/ 57799 w 5177072"/>
                <a:gd name="connsiteY37" fmla="*/ 3178897 h 4015330"/>
                <a:gd name="connsiteX38" fmla="*/ 108361 w 5177072"/>
                <a:gd name="connsiteY38" fmla="*/ 2904308 h 4015330"/>
                <a:gd name="connsiteX39" fmla="*/ 1592 w 5177072"/>
                <a:gd name="connsiteY39" fmla="*/ 2622588 h 4015330"/>
                <a:gd name="connsiteX40" fmla="*/ 196578 w 5177072"/>
                <a:gd name="connsiteY40" fmla="*/ 2372186 h 4015330"/>
                <a:gd name="connsiteX41" fmla="*/ 198444 w 5177072"/>
                <a:gd name="connsiteY41" fmla="*/ 2365585 h 4015330"/>
                <a:gd name="connsiteX42" fmla="*/ 285300 w 5177072"/>
                <a:gd name="connsiteY42" fmla="*/ 2006002 h 4015330"/>
                <a:gd name="connsiteX43" fmla="*/ 707837 w 5177072"/>
                <a:gd name="connsiteY43" fmla="*/ 1923852 h 4015330"/>
                <a:gd name="connsiteX44" fmla="*/ 707918 w 5177072"/>
                <a:gd name="connsiteY44" fmla="*/ 1923700 h 4015330"/>
                <a:gd name="connsiteX45" fmla="*/ 745100 w 5177072"/>
                <a:gd name="connsiteY45" fmla="*/ 1854061 h 4015330"/>
                <a:gd name="connsiteX46" fmla="*/ 1133853 w 5177072"/>
                <a:gd name="connsiteY46" fmla="*/ 1838570 h 4015330"/>
                <a:gd name="connsiteX47" fmla="*/ 1135753 w 5177072"/>
                <a:gd name="connsiteY47" fmla="*/ 1834832 h 4015330"/>
                <a:gd name="connsiteX48" fmla="*/ 1163349 w 5177072"/>
                <a:gd name="connsiteY48" fmla="*/ 1780543 h 4015330"/>
                <a:gd name="connsiteX49" fmla="*/ 1299853 w 5177072"/>
                <a:gd name="connsiteY49" fmla="*/ 1682846 h 4015330"/>
                <a:gd name="connsiteX50" fmla="*/ 1464273 w 5177072"/>
                <a:gd name="connsiteY50" fmla="*/ 1738751 h 4015330"/>
                <a:gd name="connsiteX51" fmla="*/ 1503315 w 5177072"/>
                <a:gd name="connsiteY51" fmla="*/ 1789605 h 4015330"/>
                <a:gd name="connsiteX52" fmla="*/ 1505728 w 5177072"/>
                <a:gd name="connsiteY52" fmla="*/ 1792749 h 4015330"/>
                <a:gd name="connsiteX53" fmla="*/ 1582502 w 5177072"/>
                <a:gd name="connsiteY53" fmla="*/ 1714305 h 4015330"/>
                <a:gd name="connsiteX54" fmla="*/ 1589752 w 5177072"/>
                <a:gd name="connsiteY54" fmla="*/ 1710683 h 4015330"/>
                <a:gd name="connsiteX55" fmla="*/ 1543290 w 5177072"/>
                <a:gd name="connsiteY55" fmla="*/ 1712763 h 4015330"/>
                <a:gd name="connsiteX56" fmla="*/ 1324457 w 5177072"/>
                <a:gd name="connsiteY56" fmla="*/ 1549439 h 4015330"/>
                <a:gd name="connsiteX57" fmla="*/ 1159734 w 5177072"/>
                <a:gd name="connsiteY57" fmla="*/ 1418918 h 4015330"/>
                <a:gd name="connsiteX58" fmla="*/ 1194932 w 5177072"/>
                <a:gd name="connsiteY58" fmla="*/ 1242736 h 4015330"/>
                <a:gd name="connsiteX59" fmla="*/ 1120607 w 5177072"/>
                <a:gd name="connsiteY59" fmla="*/ 1061980 h 4015330"/>
                <a:gd name="connsiteX60" fmla="*/ 1256343 w 5177072"/>
                <a:gd name="connsiteY60" fmla="*/ 901317 h 4015330"/>
                <a:gd name="connsiteX61" fmla="*/ 1257641 w 5177072"/>
                <a:gd name="connsiteY61" fmla="*/ 897082 h 4015330"/>
                <a:gd name="connsiteX62" fmla="*/ 1318105 w 5177072"/>
                <a:gd name="connsiteY62" fmla="*/ 666367 h 4015330"/>
                <a:gd name="connsiteX63" fmla="*/ 1612247 w 5177072"/>
                <a:gd name="connsiteY63" fmla="*/ 613658 h 4015330"/>
                <a:gd name="connsiteX64" fmla="*/ 1612303 w 5177072"/>
                <a:gd name="connsiteY64" fmla="*/ 613561 h 4015330"/>
                <a:gd name="connsiteX65" fmla="*/ 1638187 w 5177072"/>
                <a:gd name="connsiteY65" fmla="*/ 568879 h 4015330"/>
                <a:gd name="connsiteX66" fmla="*/ 1908810 w 5177072"/>
                <a:gd name="connsiteY66" fmla="*/ 558939 h 4015330"/>
                <a:gd name="connsiteX67" fmla="*/ 1910133 w 5177072"/>
                <a:gd name="connsiteY67" fmla="*/ 556541 h 4015330"/>
                <a:gd name="connsiteX68" fmla="*/ 1929343 w 5177072"/>
                <a:gd name="connsiteY68" fmla="*/ 521708 h 4015330"/>
                <a:gd name="connsiteX69" fmla="*/ 2024368 w 5177072"/>
                <a:gd name="connsiteY69" fmla="*/ 459024 h 4015330"/>
                <a:gd name="connsiteX70" fmla="*/ 2138827 w 5177072"/>
                <a:gd name="connsiteY70" fmla="*/ 494894 h 4015330"/>
                <a:gd name="connsiteX71" fmla="*/ 2166004 w 5177072"/>
                <a:gd name="connsiteY71" fmla="*/ 527523 h 4015330"/>
                <a:gd name="connsiteX72" fmla="*/ 2167684 w 5177072"/>
                <a:gd name="connsiteY72" fmla="*/ 529540 h 4015330"/>
                <a:gd name="connsiteX73" fmla="*/ 2312156 w 5177072"/>
                <a:gd name="connsiteY73" fmla="*/ 458200 h 4015330"/>
                <a:gd name="connsiteX74" fmla="*/ 2365253 w 5177072"/>
                <a:gd name="connsiteY74" fmla="*/ 474172 h 4015330"/>
                <a:gd name="connsiteX75" fmla="*/ 2465441 w 5177072"/>
                <a:gd name="connsiteY75" fmla="*/ 625220 h 4015330"/>
                <a:gd name="connsiteX76" fmla="*/ 2465986 w 5177072"/>
                <a:gd name="connsiteY76" fmla="*/ 625489 h 4015330"/>
                <a:gd name="connsiteX77" fmla="*/ 2508350 w 5177072"/>
                <a:gd name="connsiteY77" fmla="*/ 646413 h 4015330"/>
                <a:gd name="connsiteX78" fmla="*/ 2594018 w 5177072"/>
                <a:gd name="connsiteY78" fmla="*/ 771816 h 4015330"/>
                <a:gd name="connsiteX79" fmla="*/ 2596071 w 5177072"/>
                <a:gd name="connsiteY79" fmla="*/ 789634 h 4015330"/>
                <a:gd name="connsiteX80" fmla="*/ 2596101 w 5177072"/>
                <a:gd name="connsiteY80" fmla="*/ 789639 h 4015330"/>
                <a:gd name="connsiteX81" fmla="*/ 2774049 w 5177072"/>
                <a:gd name="connsiteY81" fmla="*/ 880238 h 4015330"/>
                <a:gd name="connsiteX82" fmla="*/ 2774181 w 5177072"/>
                <a:gd name="connsiteY82" fmla="*/ 879979 h 4015330"/>
                <a:gd name="connsiteX83" fmla="*/ 2773638 w 5177072"/>
                <a:gd name="connsiteY83" fmla="*/ 879416 h 4015330"/>
                <a:gd name="connsiteX84" fmla="*/ 2774205 w 5177072"/>
                <a:gd name="connsiteY84" fmla="*/ 879933 h 4015330"/>
                <a:gd name="connsiteX85" fmla="*/ 2834851 w 5177072"/>
                <a:gd name="connsiteY85" fmla="*/ 761231 h 4015330"/>
                <a:gd name="connsiteX86" fmla="*/ 3469169 w 5177072"/>
                <a:gd name="connsiteY86" fmla="*/ 734815 h 4015330"/>
                <a:gd name="connsiteX87" fmla="*/ 3472269 w 5177072"/>
                <a:gd name="connsiteY87" fmla="*/ 728440 h 4015330"/>
                <a:gd name="connsiteX88" fmla="*/ 3517297 w 5177072"/>
                <a:gd name="connsiteY88" fmla="*/ 635867 h 4015330"/>
                <a:gd name="connsiteX89" fmla="*/ 3538991 w 5177072"/>
                <a:gd name="connsiteY89" fmla="*/ 606997 h 4015330"/>
                <a:gd name="connsiteX90" fmla="*/ 3538939 w 5177072"/>
                <a:gd name="connsiteY90" fmla="*/ 604779 h 4015330"/>
                <a:gd name="connsiteX91" fmla="*/ 3685448 w 5177072"/>
                <a:gd name="connsiteY91" fmla="*/ 444116 h 4015330"/>
                <a:gd name="connsiteX92" fmla="*/ 3686849 w 5177072"/>
                <a:gd name="connsiteY92" fmla="*/ 439881 h 4015330"/>
                <a:gd name="connsiteX93" fmla="*/ 3752112 w 5177072"/>
                <a:gd name="connsiteY93" fmla="*/ 209166 h 4015330"/>
                <a:gd name="connsiteX94" fmla="*/ 4069598 w 5177072"/>
                <a:gd name="connsiteY94" fmla="*/ 156457 h 4015330"/>
                <a:gd name="connsiteX95" fmla="*/ 4069659 w 5177072"/>
                <a:gd name="connsiteY95" fmla="*/ 156360 h 4015330"/>
                <a:gd name="connsiteX96" fmla="*/ 4097597 w 5177072"/>
                <a:gd name="connsiteY96" fmla="*/ 111678 h 4015330"/>
                <a:gd name="connsiteX97" fmla="*/ 4389699 w 5177072"/>
                <a:gd name="connsiteY97" fmla="*/ 101739 h 4015330"/>
                <a:gd name="connsiteX98" fmla="*/ 4391126 w 5177072"/>
                <a:gd name="connsiteY98" fmla="*/ 99340 h 4015330"/>
                <a:gd name="connsiteX99" fmla="*/ 4411862 w 5177072"/>
                <a:gd name="connsiteY99" fmla="*/ 64507 h 4015330"/>
                <a:gd name="connsiteX100" fmla="*/ 4514428 w 5177072"/>
                <a:gd name="connsiteY100" fmla="*/ 1823 h 4015330"/>
                <a:gd name="connsiteX101" fmla="*/ 4547592 w 5177072"/>
                <a:gd name="connsiteY101" fmla="*/ 331 h 4015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</a:cxnLst>
              <a:rect l="l" t="t" r="r" b="b"/>
              <a:pathLst>
                <a:path w="5177072" h="4015330">
                  <a:moveTo>
                    <a:pt x="1699100" y="1666728"/>
                  </a:moveTo>
                  <a:lnTo>
                    <a:pt x="1672524" y="1681758"/>
                  </a:lnTo>
                  <a:lnTo>
                    <a:pt x="1674643" y="1681282"/>
                  </a:lnTo>
                  <a:lnTo>
                    <a:pt x="1711896" y="1683480"/>
                  </a:lnTo>
                  <a:close/>
                  <a:moveTo>
                    <a:pt x="4547592" y="331"/>
                  </a:moveTo>
                  <a:cubicBezTo>
                    <a:pt x="4580448" y="2530"/>
                    <a:pt x="4611927" y="15599"/>
                    <a:pt x="4637971" y="37693"/>
                  </a:cubicBezTo>
                  <a:lnTo>
                    <a:pt x="4667305" y="70322"/>
                  </a:lnTo>
                  <a:lnTo>
                    <a:pt x="4669119" y="72339"/>
                  </a:lnTo>
                  <a:cubicBezTo>
                    <a:pt x="4708378" y="21005"/>
                    <a:pt x="4766899" y="-4470"/>
                    <a:pt x="4825057" y="999"/>
                  </a:cubicBezTo>
                  <a:cubicBezTo>
                    <a:pt x="4844443" y="2822"/>
                    <a:pt x="4863789" y="8083"/>
                    <a:pt x="4882367" y="16971"/>
                  </a:cubicBezTo>
                  <a:cubicBezTo>
                    <a:pt x="4938994" y="44052"/>
                    <a:pt x="4979598" y="100749"/>
                    <a:pt x="4990507" y="168019"/>
                  </a:cubicBezTo>
                  <a:lnTo>
                    <a:pt x="4991095" y="168289"/>
                  </a:lnTo>
                  <a:lnTo>
                    <a:pt x="5036821" y="189212"/>
                  </a:lnTo>
                  <a:cubicBezTo>
                    <a:pt x="5080086" y="216423"/>
                    <a:pt x="5113380" y="260824"/>
                    <a:pt x="5129289" y="314616"/>
                  </a:cubicBezTo>
                  <a:cubicBezTo>
                    <a:pt x="5144705" y="366676"/>
                    <a:pt x="5142508" y="423218"/>
                    <a:pt x="5123077" y="473578"/>
                  </a:cubicBezTo>
                  <a:cubicBezTo>
                    <a:pt x="5170840" y="542641"/>
                    <a:pt x="5187544" y="632169"/>
                    <a:pt x="5168454" y="716627"/>
                  </a:cubicBezTo>
                  <a:cubicBezTo>
                    <a:pt x="5143076" y="828909"/>
                    <a:pt x="5059064" y="912996"/>
                    <a:pt x="4955887" y="929381"/>
                  </a:cubicBezTo>
                  <a:cubicBezTo>
                    <a:pt x="4955764" y="946901"/>
                    <a:pt x="4953937" y="964196"/>
                    <a:pt x="4950517" y="980997"/>
                  </a:cubicBezTo>
                  <a:lnTo>
                    <a:pt x="4935900" y="1028659"/>
                  </a:lnTo>
                  <a:lnTo>
                    <a:pt x="4979440" y="1079982"/>
                  </a:lnTo>
                  <a:cubicBezTo>
                    <a:pt x="5022089" y="1142276"/>
                    <a:pt x="5055088" y="1217176"/>
                    <a:pt x="5075240" y="1300569"/>
                  </a:cubicBezTo>
                  <a:cubicBezTo>
                    <a:pt x="5108717" y="1438926"/>
                    <a:pt x="5103946" y="1589197"/>
                    <a:pt x="5061751" y="1723036"/>
                  </a:cubicBezTo>
                  <a:cubicBezTo>
                    <a:pt x="5165472" y="1906582"/>
                    <a:pt x="5201745" y="2144517"/>
                    <a:pt x="5160290" y="2368979"/>
                  </a:cubicBezTo>
                  <a:cubicBezTo>
                    <a:pt x="5105180" y="2667384"/>
                    <a:pt x="4922743" y="2890860"/>
                    <a:pt x="4698686" y="2934405"/>
                  </a:cubicBezTo>
                  <a:cubicBezTo>
                    <a:pt x="4697617" y="3120661"/>
                    <a:pt x="4637325" y="3297306"/>
                    <a:pt x="4533440" y="3418903"/>
                  </a:cubicBezTo>
                  <a:cubicBezTo>
                    <a:pt x="4375596" y="3603681"/>
                    <a:pt x="4147591" y="3627425"/>
                    <a:pt x="3970829" y="3477565"/>
                  </a:cubicBezTo>
                  <a:cubicBezTo>
                    <a:pt x="3913664" y="3734973"/>
                    <a:pt x="3760591" y="3931746"/>
                    <a:pt x="3568777" y="3994434"/>
                  </a:cubicBezTo>
                  <a:cubicBezTo>
                    <a:pt x="3342746" y="4068296"/>
                    <a:pt x="3106844" y="3942427"/>
                    <a:pt x="2977625" y="3678939"/>
                  </a:cubicBezTo>
                  <a:cubicBezTo>
                    <a:pt x="2672631" y="3929035"/>
                    <a:pt x="2276501" y="3788459"/>
                    <a:pt x="2099492" y="3367224"/>
                  </a:cubicBezTo>
                  <a:cubicBezTo>
                    <a:pt x="2012551" y="3381068"/>
                    <a:pt x="1928262" y="3351326"/>
                    <a:pt x="1859591" y="3289634"/>
                  </a:cubicBezTo>
                  <a:lnTo>
                    <a:pt x="1858621" y="3288590"/>
                  </a:lnTo>
                  <a:lnTo>
                    <a:pt x="1828701" y="3353510"/>
                  </a:lnTo>
                  <a:cubicBezTo>
                    <a:pt x="1816273" y="3374956"/>
                    <a:pt x="1802026" y="3394801"/>
                    <a:pt x="1786109" y="3412628"/>
                  </a:cubicBezTo>
                  <a:cubicBezTo>
                    <a:pt x="1689372" y="3520989"/>
                    <a:pt x="1549635" y="3534914"/>
                    <a:pt x="1441304" y="3447030"/>
                  </a:cubicBezTo>
                  <a:cubicBezTo>
                    <a:pt x="1406269" y="3597984"/>
                    <a:pt x="1312456" y="3713380"/>
                    <a:pt x="1194899" y="3750143"/>
                  </a:cubicBezTo>
                  <a:cubicBezTo>
                    <a:pt x="1056372" y="3793459"/>
                    <a:pt x="911797" y="3719644"/>
                    <a:pt x="832602" y="3565124"/>
                  </a:cubicBezTo>
                  <a:cubicBezTo>
                    <a:pt x="645682" y="3711790"/>
                    <a:pt x="402907" y="3629351"/>
                    <a:pt x="294424" y="3382322"/>
                  </a:cubicBezTo>
                  <a:cubicBezTo>
                    <a:pt x="187858" y="3398559"/>
                    <a:pt x="87793" y="3312554"/>
                    <a:pt x="57799" y="3178897"/>
                  </a:cubicBezTo>
                  <a:cubicBezTo>
                    <a:pt x="36073" y="3082196"/>
                    <a:pt x="55279" y="2977834"/>
                    <a:pt x="108361" y="2904308"/>
                  </a:cubicBezTo>
                  <a:cubicBezTo>
                    <a:pt x="33048" y="2846634"/>
                    <a:pt x="-8893" y="2735960"/>
                    <a:pt x="1592" y="2622588"/>
                  </a:cubicBezTo>
                  <a:cubicBezTo>
                    <a:pt x="13892" y="2489846"/>
                    <a:pt x="94851" y="2385869"/>
                    <a:pt x="196578" y="2372186"/>
                  </a:cubicBezTo>
                  <a:cubicBezTo>
                    <a:pt x="197183" y="2369969"/>
                    <a:pt x="197838" y="2367801"/>
                    <a:pt x="198444" y="2365585"/>
                  </a:cubicBezTo>
                  <a:cubicBezTo>
                    <a:pt x="184782" y="2234867"/>
                    <a:pt x="216642" y="2103041"/>
                    <a:pt x="285300" y="2006002"/>
                  </a:cubicBezTo>
                  <a:cubicBezTo>
                    <a:pt x="393783" y="1852735"/>
                    <a:pt x="569663" y="1818574"/>
                    <a:pt x="707837" y="1923852"/>
                  </a:cubicBezTo>
                  <a:lnTo>
                    <a:pt x="707918" y="1923700"/>
                  </a:lnTo>
                  <a:lnTo>
                    <a:pt x="745100" y="1854061"/>
                  </a:lnTo>
                  <a:cubicBezTo>
                    <a:pt x="844223" y="1709557"/>
                    <a:pt x="1021728" y="1694807"/>
                    <a:pt x="1133853" y="1838570"/>
                  </a:cubicBezTo>
                  <a:lnTo>
                    <a:pt x="1135753" y="1834832"/>
                  </a:lnTo>
                  <a:lnTo>
                    <a:pt x="1163349" y="1780543"/>
                  </a:lnTo>
                  <a:cubicBezTo>
                    <a:pt x="1197792" y="1727989"/>
                    <a:pt x="1246129" y="1692747"/>
                    <a:pt x="1299853" y="1682846"/>
                  </a:cubicBezTo>
                  <a:cubicBezTo>
                    <a:pt x="1358984" y="1671932"/>
                    <a:pt x="1418058" y="1692837"/>
                    <a:pt x="1464273" y="1738751"/>
                  </a:cubicBezTo>
                  <a:lnTo>
                    <a:pt x="1503315" y="1789605"/>
                  </a:lnTo>
                  <a:lnTo>
                    <a:pt x="1505728" y="1792749"/>
                  </a:lnTo>
                  <a:cubicBezTo>
                    <a:pt x="1527499" y="1759413"/>
                    <a:pt x="1553720" y="1733074"/>
                    <a:pt x="1582502" y="1714305"/>
                  </a:cubicBezTo>
                  <a:lnTo>
                    <a:pt x="1589752" y="1710683"/>
                  </a:lnTo>
                  <a:lnTo>
                    <a:pt x="1543290" y="1712763"/>
                  </a:lnTo>
                  <a:cubicBezTo>
                    <a:pt x="1455372" y="1706311"/>
                    <a:pt x="1371656" y="1648501"/>
                    <a:pt x="1324457" y="1549439"/>
                  </a:cubicBezTo>
                  <a:cubicBezTo>
                    <a:pt x="1250272" y="1559857"/>
                    <a:pt x="1180614" y="1504675"/>
                    <a:pt x="1159734" y="1418918"/>
                  </a:cubicBezTo>
                  <a:cubicBezTo>
                    <a:pt x="1144610" y="1356873"/>
                    <a:pt x="1157980" y="1289912"/>
                    <a:pt x="1194932" y="1242736"/>
                  </a:cubicBezTo>
                  <a:cubicBezTo>
                    <a:pt x="1142504" y="1205732"/>
                    <a:pt x="1113308" y="1134721"/>
                    <a:pt x="1120607" y="1061980"/>
                  </a:cubicBezTo>
                  <a:cubicBezTo>
                    <a:pt x="1129169" y="976810"/>
                    <a:pt x="1185527" y="910097"/>
                    <a:pt x="1256343" y="901317"/>
                  </a:cubicBezTo>
                  <a:cubicBezTo>
                    <a:pt x="1256764" y="899895"/>
                    <a:pt x="1257220" y="898504"/>
                    <a:pt x="1257641" y="897082"/>
                  </a:cubicBezTo>
                  <a:cubicBezTo>
                    <a:pt x="1248131" y="813211"/>
                    <a:pt x="1270310" y="728629"/>
                    <a:pt x="1318105" y="666367"/>
                  </a:cubicBezTo>
                  <a:cubicBezTo>
                    <a:pt x="1393623" y="568028"/>
                    <a:pt x="1516059" y="546110"/>
                    <a:pt x="1612247" y="613658"/>
                  </a:cubicBezTo>
                  <a:lnTo>
                    <a:pt x="1612303" y="613561"/>
                  </a:lnTo>
                  <a:lnTo>
                    <a:pt x="1638187" y="568879"/>
                  </a:lnTo>
                  <a:cubicBezTo>
                    <a:pt x="1707190" y="476163"/>
                    <a:pt x="1830756" y="466698"/>
                    <a:pt x="1908810" y="558939"/>
                  </a:cubicBezTo>
                  <a:lnTo>
                    <a:pt x="1910133" y="556541"/>
                  </a:lnTo>
                  <a:lnTo>
                    <a:pt x="1929343" y="521708"/>
                  </a:lnTo>
                  <a:cubicBezTo>
                    <a:pt x="1953320" y="487989"/>
                    <a:pt x="1986969" y="465377"/>
                    <a:pt x="2024368" y="459024"/>
                  </a:cubicBezTo>
                  <a:cubicBezTo>
                    <a:pt x="2065531" y="452022"/>
                    <a:pt x="2106655" y="465435"/>
                    <a:pt x="2138827" y="494894"/>
                  </a:cubicBezTo>
                  <a:lnTo>
                    <a:pt x="2166004" y="527523"/>
                  </a:lnTo>
                  <a:lnTo>
                    <a:pt x="2167684" y="529540"/>
                  </a:lnTo>
                  <a:cubicBezTo>
                    <a:pt x="2204057" y="478206"/>
                    <a:pt x="2258275" y="452731"/>
                    <a:pt x="2312156" y="458200"/>
                  </a:cubicBezTo>
                  <a:cubicBezTo>
                    <a:pt x="2330117" y="460023"/>
                    <a:pt x="2348040" y="465284"/>
                    <a:pt x="2365253" y="474172"/>
                  </a:cubicBezTo>
                  <a:cubicBezTo>
                    <a:pt x="2417715" y="501253"/>
                    <a:pt x="2455334" y="557950"/>
                    <a:pt x="2465441" y="625220"/>
                  </a:cubicBezTo>
                  <a:lnTo>
                    <a:pt x="2465986" y="625489"/>
                  </a:lnTo>
                  <a:lnTo>
                    <a:pt x="2508350" y="646413"/>
                  </a:lnTo>
                  <a:cubicBezTo>
                    <a:pt x="2548433" y="673624"/>
                    <a:pt x="2579279" y="718025"/>
                    <a:pt x="2594018" y="771816"/>
                  </a:cubicBezTo>
                  <a:lnTo>
                    <a:pt x="2596071" y="789634"/>
                  </a:lnTo>
                  <a:lnTo>
                    <a:pt x="2596101" y="789639"/>
                  </a:lnTo>
                  <a:cubicBezTo>
                    <a:pt x="2657476" y="805339"/>
                    <a:pt x="2717685" y="835358"/>
                    <a:pt x="2774049" y="880238"/>
                  </a:cubicBezTo>
                  <a:lnTo>
                    <a:pt x="2774181" y="879979"/>
                  </a:lnTo>
                  <a:lnTo>
                    <a:pt x="2773638" y="879416"/>
                  </a:lnTo>
                  <a:lnTo>
                    <a:pt x="2774205" y="879933"/>
                  </a:lnTo>
                  <a:lnTo>
                    <a:pt x="2834851" y="761231"/>
                  </a:lnTo>
                  <a:cubicBezTo>
                    <a:pt x="2996587" y="514822"/>
                    <a:pt x="3286218" y="489669"/>
                    <a:pt x="3469169" y="734815"/>
                  </a:cubicBezTo>
                  <a:lnTo>
                    <a:pt x="3472269" y="728440"/>
                  </a:lnTo>
                  <a:lnTo>
                    <a:pt x="3517297" y="635867"/>
                  </a:lnTo>
                  <a:lnTo>
                    <a:pt x="3538991" y="606997"/>
                  </a:lnTo>
                  <a:lnTo>
                    <a:pt x="3538939" y="604779"/>
                  </a:lnTo>
                  <a:cubicBezTo>
                    <a:pt x="3548181" y="519609"/>
                    <a:pt x="3609012" y="452896"/>
                    <a:pt x="3685448" y="444116"/>
                  </a:cubicBezTo>
                  <a:cubicBezTo>
                    <a:pt x="3685902" y="442694"/>
                    <a:pt x="3686395" y="441303"/>
                    <a:pt x="3686849" y="439881"/>
                  </a:cubicBezTo>
                  <a:cubicBezTo>
                    <a:pt x="3676585" y="356010"/>
                    <a:pt x="3700523" y="271428"/>
                    <a:pt x="3752112" y="209166"/>
                  </a:cubicBezTo>
                  <a:cubicBezTo>
                    <a:pt x="3833623" y="110827"/>
                    <a:pt x="3965777" y="88909"/>
                    <a:pt x="4069598" y="156457"/>
                  </a:cubicBezTo>
                  <a:lnTo>
                    <a:pt x="4069659" y="156360"/>
                  </a:lnTo>
                  <a:lnTo>
                    <a:pt x="4097597" y="111678"/>
                  </a:lnTo>
                  <a:cubicBezTo>
                    <a:pt x="4172076" y="18962"/>
                    <a:pt x="4305450" y="9497"/>
                    <a:pt x="4389699" y="101739"/>
                  </a:cubicBezTo>
                  <a:lnTo>
                    <a:pt x="4391126" y="99340"/>
                  </a:lnTo>
                  <a:lnTo>
                    <a:pt x="4411862" y="64507"/>
                  </a:lnTo>
                  <a:cubicBezTo>
                    <a:pt x="4437741" y="30788"/>
                    <a:pt x="4474061" y="8176"/>
                    <a:pt x="4514428" y="1823"/>
                  </a:cubicBezTo>
                  <a:cubicBezTo>
                    <a:pt x="4525536" y="72"/>
                    <a:pt x="4536641" y="-402"/>
                    <a:pt x="4547592" y="331"/>
                  </a:cubicBezTo>
                  <a:close/>
                </a:path>
              </a:pathLst>
            </a:custGeom>
            <a:blipFill dpi="0" rotWithShape="1"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19050">
              <a:solidFill>
                <a:srgbClr val="D6D6D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just"/>
              <a:endParaRPr lang="en-US" u="sng"/>
            </a:p>
          </p:txBody>
        </p:sp>
      </p:grpSp>
      <p:sp>
        <p:nvSpPr>
          <p:cNvPr id="32" name="Google Shape;1361;p47">
            <a:extLst>
              <a:ext uri="{FF2B5EF4-FFF2-40B4-BE49-F238E27FC236}">
                <a16:creationId xmlns:a16="http://schemas.microsoft.com/office/drawing/2014/main" id="{2789C275-44DC-C138-394A-E793E973BB01}"/>
              </a:ext>
            </a:extLst>
          </p:cNvPr>
          <p:cNvSpPr txBox="1">
            <a:spLocks/>
          </p:cNvSpPr>
          <p:nvPr/>
        </p:nvSpPr>
        <p:spPr>
          <a:xfrm>
            <a:off x="-3946113" y="-2169290"/>
            <a:ext cx="15863793" cy="112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Share Tech"/>
              <a:buNone/>
              <a:defRPr sz="30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Font typeface="Share Tech"/>
              <a:buNone/>
              <a:defRPr sz="1800" b="0" i="0" u="none" strike="noStrike" cap="none">
                <a:solidFill>
                  <a:srgbClr val="D9D9D9"/>
                </a:solidFill>
                <a:latin typeface="Share Tech"/>
                <a:ea typeface="Share Tech"/>
                <a:cs typeface="Share Tech"/>
                <a:sym typeface="Share Tech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Font typeface="Share Tech"/>
              <a:buNone/>
              <a:defRPr sz="1800" b="0" i="0" u="none" strike="noStrike" cap="none">
                <a:solidFill>
                  <a:srgbClr val="D9D9D9"/>
                </a:solidFill>
                <a:latin typeface="Share Tech"/>
                <a:ea typeface="Share Tech"/>
                <a:cs typeface="Share Tech"/>
                <a:sym typeface="Share Tech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Font typeface="Share Tech"/>
              <a:buNone/>
              <a:defRPr sz="1800" b="0" i="0" u="none" strike="noStrike" cap="none">
                <a:solidFill>
                  <a:srgbClr val="D9D9D9"/>
                </a:solidFill>
                <a:latin typeface="Share Tech"/>
                <a:ea typeface="Share Tech"/>
                <a:cs typeface="Share Tech"/>
                <a:sym typeface="Share Tech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Font typeface="Share Tech"/>
              <a:buNone/>
              <a:defRPr sz="1800" b="0" i="0" u="none" strike="noStrike" cap="none">
                <a:solidFill>
                  <a:srgbClr val="D9D9D9"/>
                </a:solidFill>
                <a:latin typeface="Share Tech"/>
                <a:ea typeface="Share Tech"/>
                <a:cs typeface="Share Tech"/>
                <a:sym typeface="Share Tech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Font typeface="Share Tech"/>
              <a:buNone/>
              <a:defRPr sz="1800" b="0" i="0" u="none" strike="noStrike" cap="none">
                <a:solidFill>
                  <a:srgbClr val="D9D9D9"/>
                </a:solidFill>
                <a:latin typeface="Share Tech"/>
                <a:ea typeface="Share Tech"/>
                <a:cs typeface="Share Tech"/>
                <a:sym typeface="Share Tech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Font typeface="Share Tech"/>
              <a:buNone/>
              <a:defRPr sz="1800" b="0" i="0" u="none" strike="noStrike" cap="none">
                <a:solidFill>
                  <a:srgbClr val="D9D9D9"/>
                </a:solidFill>
                <a:latin typeface="Share Tech"/>
                <a:ea typeface="Share Tech"/>
                <a:cs typeface="Share Tech"/>
                <a:sym typeface="Share Tech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Font typeface="Share Tech"/>
              <a:buNone/>
              <a:defRPr sz="1800" b="0" i="0" u="none" strike="noStrike" cap="none">
                <a:solidFill>
                  <a:srgbClr val="D9D9D9"/>
                </a:solidFill>
                <a:latin typeface="Share Tech"/>
                <a:ea typeface="Share Tech"/>
                <a:cs typeface="Share Tech"/>
                <a:sym typeface="Share Tech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Font typeface="Share Tech"/>
              <a:buNone/>
              <a:defRPr sz="1800" b="0" i="0" u="none" strike="noStrike" cap="none">
                <a:solidFill>
                  <a:srgbClr val="D9D9D9"/>
                </a:solidFill>
                <a:latin typeface="Share Tech"/>
                <a:ea typeface="Share Tech"/>
                <a:cs typeface="Share Tech"/>
                <a:sym typeface="Share Tech"/>
              </a:defRPr>
            </a:lvl9pPr>
          </a:lstStyle>
          <a:p>
            <a:pPr algn="ctr"/>
            <a:r>
              <a:rPr lang="vi-VN" sz="4800"/>
              <a:t>CẢM ƠN THẦY CÔ VÀ CÁC </a:t>
            </a:r>
            <a:r>
              <a:rPr lang="vi-VN" sz="4800">
                <a:solidFill>
                  <a:srgbClr val="ED7D31"/>
                </a:solidFill>
              </a:rPr>
              <a:t>BẠN ĐÃ LẮNG NGHE </a:t>
            </a:r>
          </a:p>
        </p:txBody>
      </p:sp>
      <p:sp>
        <p:nvSpPr>
          <p:cNvPr id="2" name="Google Shape;158;p1">
            <a:extLst>
              <a:ext uri="{FF2B5EF4-FFF2-40B4-BE49-F238E27FC236}">
                <a16:creationId xmlns:a16="http://schemas.microsoft.com/office/drawing/2014/main" id="{8FBC4F3D-2F5D-9867-A474-D4CB4321AE5D}"/>
              </a:ext>
            </a:extLst>
          </p:cNvPr>
          <p:cNvSpPr txBox="1"/>
          <p:nvPr/>
        </p:nvSpPr>
        <p:spPr>
          <a:xfrm>
            <a:off x="8569967" y="4504974"/>
            <a:ext cx="574034" cy="4153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just">
              <a:lnSpc>
                <a:spcPct val="150000"/>
              </a:lnSpc>
            </a:pPr>
            <a:r>
              <a:rPr lang="vi-VN" sz="2000" b="1" dirty="0">
                <a:solidFill>
                  <a:schemeClr val="bg1"/>
                </a:solidFill>
                <a:latin typeface="Montserrat" panose="00000500000000000000" pitchFamily="2" charset="-93"/>
                <a:sym typeface="Montserrat"/>
              </a:rPr>
              <a:t>23</a:t>
            </a:r>
            <a:endParaRPr sz="2000" b="1" dirty="0">
              <a:solidFill>
                <a:schemeClr val="bg1"/>
              </a:solidFill>
              <a:latin typeface="Montserrat" panose="00000500000000000000" pitchFamily="2" charset="-93"/>
              <a:sym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42473744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7">
          <a:extLst>
            <a:ext uri="{FF2B5EF4-FFF2-40B4-BE49-F238E27FC236}">
              <a16:creationId xmlns:a16="http://schemas.microsoft.com/office/drawing/2014/main" id="{122CF3C6-9788-E187-9689-23500CE515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" name="Google Shape;1361;p47"/>
          <p:cNvSpPr txBox="1">
            <a:spLocks/>
          </p:cNvSpPr>
          <p:nvPr/>
        </p:nvSpPr>
        <p:spPr>
          <a:xfrm>
            <a:off x="1244515" y="2011050"/>
            <a:ext cx="6821533" cy="112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Share Tech"/>
              <a:buNone/>
              <a:defRPr sz="30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Font typeface="Share Tech"/>
              <a:buNone/>
              <a:defRPr sz="1800" b="0" i="0" u="none" strike="noStrike" cap="none">
                <a:solidFill>
                  <a:srgbClr val="D9D9D9"/>
                </a:solidFill>
                <a:latin typeface="Share Tech"/>
                <a:ea typeface="Share Tech"/>
                <a:cs typeface="Share Tech"/>
                <a:sym typeface="Share Tech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Font typeface="Share Tech"/>
              <a:buNone/>
              <a:defRPr sz="1800" b="0" i="0" u="none" strike="noStrike" cap="none">
                <a:solidFill>
                  <a:srgbClr val="D9D9D9"/>
                </a:solidFill>
                <a:latin typeface="Share Tech"/>
                <a:ea typeface="Share Tech"/>
                <a:cs typeface="Share Tech"/>
                <a:sym typeface="Share Tech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Font typeface="Share Tech"/>
              <a:buNone/>
              <a:defRPr sz="1800" b="0" i="0" u="none" strike="noStrike" cap="none">
                <a:solidFill>
                  <a:srgbClr val="D9D9D9"/>
                </a:solidFill>
                <a:latin typeface="Share Tech"/>
                <a:ea typeface="Share Tech"/>
                <a:cs typeface="Share Tech"/>
                <a:sym typeface="Share Tech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Font typeface="Share Tech"/>
              <a:buNone/>
              <a:defRPr sz="1800" b="0" i="0" u="none" strike="noStrike" cap="none">
                <a:solidFill>
                  <a:srgbClr val="D9D9D9"/>
                </a:solidFill>
                <a:latin typeface="Share Tech"/>
                <a:ea typeface="Share Tech"/>
                <a:cs typeface="Share Tech"/>
                <a:sym typeface="Share Tech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Font typeface="Share Tech"/>
              <a:buNone/>
              <a:defRPr sz="1800" b="0" i="0" u="none" strike="noStrike" cap="none">
                <a:solidFill>
                  <a:srgbClr val="D9D9D9"/>
                </a:solidFill>
                <a:latin typeface="Share Tech"/>
                <a:ea typeface="Share Tech"/>
                <a:cs typeface="Share Tech"/>
                <a:sym typeface="Share Tech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Font typeface="Share Tech"/>
              <a:buNone/>
              <a:defRPr sz="1800" b="0" i="0" u="none" strike="noStrike" cap="none">
                <a:solidFill>
                  <a:srgbClr val="D9D9D9"/>
                </a:solidFill>
                <a:latin typeface="Share Tech"/>
                <a:ea typeface="Share Tech"/>
                <a:cs typeface="Share Tech"/>
                <a:sym typeface="Share Tech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Font typeface="Share Tech"/>
              <a:buNone/>
              <a:defRPr sz="1800" b="0" i="0" u="none" strike="noStrike" cap="none">
                <a:solidFill>
                  <a:srgbClr val="D9D9D9"/>
                </a:solidFill>
                <a:latin typeface="Share Tech"/>
                <a:ea typeface="Share Tech"/>
                <a:cs typeface="Share Tech"/>
                <a:sym typeface="Share Tech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Font typeface="Share Tech"/>
              <a:buNone/>
              <a:defRPr sz="1800" b="0" i="0" u="none" strike="noStrike" cap="none">
                <a:solidFill>
                  <a:srgbClr val="D9D9D9"/>
                </a:solidFill>
                <a:latin typeface="Share Tech"/>
                <a:ea typeface="Share Tech"/>
                <a:cs typeface="Share Tech"/>
                <a:sym typeface="Share Tech"/>
              </a:defRPr>
            </a:lvl9pPr>
          </a:lstStyle>
          <a:p>
            <a:pPr algn="ctr"/>
            <a:r>
              <a:rPr lang="vi-VN" sz="4800" dirty="0"/>
              <a:t>CẢM ƠN THẦY CÔ VÀ CÁC </a:t>
            </a:r>
            <a:r>
              <a:rPr lang="vi-VN" sz="4800" dirty="0">
                <a:solidFill>
                  <a:srgbClr val="ED7D31"/>
                </a:solidFill>
              </a:rPr>
              <a:t>BẠN ĐÃ LẮNG NGHE </a:t>
            </a:r>
          </a:p>
        </p:txBody>
      </p:sp>
      <p:sp>
        <p:nvSpPr>
          <p:cNvPr id="36" name="Google Shape;436;p25">
            <a:extLst>
              <a:ext uri="{FF2B5EF4-FFF2-40B4-BE49-F238E27FC236}">
                <a16:creationId xmlns:a16="http://schemas.microsoft.com/office/drawing/2014/main" id="{11562029-F324-039C-F1DF-A03EF92526A8}"/>
              </a:ext>
            </a:extLst>
          </p:cNvPr>
          <p:cNvSpPr/>
          <p:nvPr/>
        </p:nvSpPr>
        <p:spPr>
          <a:xfrm>
            <a:off x="2391843" y="4715495"/>
            <a:ext cx="121434" cy="121434"/>
          </a:xfrm>
          <a:custGeom>
            <a:avLst/>
            <a:gdLst/>
            <a:ahLst/>
            <a:cxnLst/>
            <a:rect l="l" t="t" r="r" b="b"/>
            <a:pathLst>
              <a:path w="4634" h="4634" extrusionOk="0">
                <a:moveTo>
                  <a:pt x="1" y="0"/>
                </a:moveTo>
                <a:lnTo>
                  <a:pt x="1" y="4633"/>
                </a:lnTo>
                <a:lnTo>
                  <a:pt x="4634" y="4633"/>
                </a:lnTo>
                <a:lnTo>
                  <a:pt x="4634" y="0"/>
                </a:lnTo>
                <a:close/>
              </a:path>
            </a:pathLst>
          </a:custGeom>
          <a:solidFill>
            <a:srgbClr val="E898A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438;p25">
            <a:extLst>
              <a:ext uri="{FF2B5EF4-FFF2-40B4-BE49-F238E27FC236}">
                <a16:creationId xmlns:a16="http://schemas.microsoft.com/office/drawing/2014/main" id="{0FE36534-930D-E60C-DAA5-F3F1EC354AE0}"/>
              </a:ext>
            </a:extLst>
          </p:cNvPr>
          <p:cNvSpPr/>
          <p:nvPr/>
        </p:nvSpPr>
        <p:spPr>
          <a:xfrm>
            <a:off x="907924" y="3002386"/>
            <a:ext cx="104086" cy="104322"/>
          </a:xfrm>
          <a:custGeom>
            <a:avLst/>
            <a:gdLst/>
            <a:ahLst/>
            <a:cxnLst/>
            <a:rect l="l" t="t" r="r" b="b"/>
            <a:pathLst>
              <a:path w="3972" h="3981" fill="none" extrusionOk="0">
                <a:moveTo>
                  <a:pt x="1" y="1"/>
                </a:moveTo>
                <a:lnTo>
                  <a:pt x="3972" y="1"/>
                </a:lnTo>
                <a:lnTo>
                  <a:pt x="3972" y="3981"/>
                </a:lnTo>
                <a:lnTo>
                  <a:pt x="1" y="3981"/>
                </a:lnTo>
                <a:close/>
              </a:path>
            </a:pathLst>
          </a:custGeom>
          <a:noFill/>
          <a:ln w="2975" cap="flat" cmpd="sng">
            <a:solidFill>
              <a:srgbClr val="00CFCC"/>
            </a:solidFill>
            <a:prstDash val="solid"/>
            <a:miter lim="9192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440;p25">
            <a:extLst>
              <a:ext uri="{FF2B5EF4-FFF2-40B4-BE49-F238E27FC236}">
                <a16:creationId xmlns:a16="http://schemas.microsoft.com/office/drawing/2014/main" id="{0332B381-DD1F-7FF6-6A69-B493B2DF8E42}"/>
              </a:ext>
            </a:extLst>
          </p:cNvPr>
          <p:cNvSpPr/>
          <p:nvPr/>
        </p:nvSpPr>
        <p:spPr>
          <a:xfrm>
            <a:off x="838719" y="4651127"/>
            <a:ext cx="119993" cy="119966"/>
          </a:xfrm>
          <a:custGeom>
            <a:avLst/>
            <a:gdLst/>
            <a:ahLst/>
            <a:cxnLst/>
            <a:rect l="l" t="t" r="r" b="b"/>
            <a:pathLst>
              <a:path w="4579" h="4578" extrusionOk="0">
                <a:moveTo>
                  <a:pt x="1" y="0"/>
                </a:moveTo>
                <a:lnTo>
                  <a:pt x="1" y="4578"/>
                </a:lnTo>
                <a:lnTo>
                  <a:pt x="4578" y="4578"/>
                </a:lnTo>
                <a:lnTo>
                  <a:pt x="4578" y="0"/>
                </a:lnTo>
                <a:close/>
              </a:path>
            </a:pathLst>
          </a:custGeom>
          <a:solidFill>
            <a:schemeClr val="accent5">
              <a:lumMod val="7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9" name="Google Shape;454;p25">
            <a:extLst>
              <a:ext uri="{FF2B5EF4-FFF2-40B4-BE49-F238E27FC236}">
                <a16:creationId xmlns:a16="http://schemas.microsoft.com/office/drawing/2014/main" id="{E6B9D195-8B06-7A0D-296A-BD1CBCDABA13}"/>
              </a:ext>
            </a:extLst>
          </p:cNvPr>
          <p:cNvGrpSpPr/>
          <p:nvPr/>
        </p:nvGrpSpPr>
        <p:grpSpPr>
          <a:xfrm>
            <a:off x="7568797" y="2348594"/>
            <a:ext cx="199001" cy="2139769"/>
            <a:chOff x="8008096" y="2108910"/>
            <a:chExt cx="199001" cy="2139769"/>
          </a:xfrm>
        </p:grpSpPr>
        <p:sp>
          <p:nvSpPr>
            <p:cNvPr id="40" name="Google Shape;455;p25">
              <a:extLst>
                <a:ext uri="{FF2B5EF4-FFF2-40B4-BE49-F238E27FC236}">
                  <a16:creationId xmlns:a16="http://schemas.microsoft.com/office/drawing/2014/main" id="{BA5B9656-5FF5-5AD2-0DB7-CA9D227131D4}"/>
                </a:ext>
              </a:extLst>
            </p:cNvPr>
            <p:cNvSpPr/>
            <p:nvPr/>
          </p:nvSpPr>
          <p:spPr>
            <a:xfrm>
              <a:off x="8008096" y="4049705"/>
              <a:ext cx="199001" cy="198975"/>
            </a:xfrm>
            <a:custGeom>
              <a:avLst/>
              <a:gdLst/>
              <a:ahLst/>
              <a:cxnLst/>
              <a:rect l="l" t="t" r="r" b="b"/>
              <a:pathLst>
                <a:path w="7594" h="7593" extrusionOk="0">
                  <a:moveTo>
                    <a:pt x="1" y="0"/>
                  </a:moveTo>
                  <a:lnTo>
                    <a:pt x="1" y="7593"/>
                  </a:lnTo>
                  <a:lnTo>
                    <a:pt x="7593" y="7593"/>
                  </a:lnTo>
                  <a:lnTo>
                    <a:pt x="7593" y="0"/>
                  </a:lnTo>
                  <a:close/>
                </a:path>
              </a:pathLst>
            </a:custGeom>
            <a:solidFill>
              <a:srgbClr val="00CF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56;p25">
              <a:extLst>
                <a:ext uri="{FF2B5EF4-FFF2-40B4-BE49-F238E27FC236}">
                  <a16:creationId xmlns:a16="http://schemas.microsoft.com/office/drawing/2014/main" id="{77C686F0-2DCA-6903-5CEF-950D4CAE0CAE}"/>
                </a:ext>
              </a:extLst>
            </p:cNvPr>
            <p:cNvSpPr/>
            <p:nvPr/>
          </p:nvSpPr>
          <p:spPr>
            <a:xfrm>
              <a:off x="8103246" y="2108910"/>
              <a:ext cx="8464" cy="1793863"/>
            </a:xfrm>
            <a:custGeom>
              <a:avLst/>
              <a:gdLst/>
              <a:ahLst/>
              <a:cxnLst/>
              <a:rect l="l" t="t" r="r" b="b"/>
              <a:pathLst>
                <a:path w="323" h="68455" extrusionOk="0">
                  <a:moveTo>
                    <a:pt x="166" y="1"/>
                  </a:moveTo>
                  <a:lnTo>
                    <a:pt x="0" y="68455"/>
                  </a:lnTo>
                  <a:lnTo>
                    <a:pt x="322" y="68455"/>
                  </a:lnTo>
                  <a:lnTo>
                    <a:pt x="166" y="1"/>
                  </a:ln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673279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Data Science Consulting by Slidesgo">
  <a:themeElements>
    <a:clrScheme name="Simple Light">
      <a:dk1>
        <a:srgbClr val="1A5E8F"/>
      </a:dk1>
      <a:lt1>
        <a:srgbClr val="FFFFFF"/>
      </a:lt1>
      <a:dk2>
        <a:srgbClr val="002845"/>
      </a:dk2>
      <a:lt2>
        <a:srgbClr val="FFD6E1"/>
      </a:lt2>
      <a:accent1>
        <a:srgbClr val="E898AC"/>
      </a:accent1>
      <a:accent2>
        <a:srgbClr val="00CFCC"/>
      </a:accent2>
      <a:accent3>
        <a:srgbClr val="FF9973"/>
      </a:accent3>
      <a:accent4>
        <a:srgbClr val="F64975"/>
      </a:accent4>
      <a:accent5>
        <a:srgbClr val="5EFFFD"/>
      </a:accent5>
      <a:accent6>
        <a:srgbClr val="FC723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3152</TotalTime>
  <Words>1605</Words>
  <Application>Microsoft Office PowerPoint</Application>
  <PresentationFormat>On-screen Show (16:9)</PresentationFormat>
  <Paragraphs>260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8" baseType="lpstr">
      <vt:lpstr>Montserrat ExtraBold</vt:lpstr>
      <vt:lpstr>Aptos</vt:lpstr>
      <vt:lpstr>Advent Pro SemiBold</vt:lpstr>
      <vt:lpstr>Montserrat</vt:lpstr>
      <vt:lpstr>Arial</vt:lpstr>
      <vt:lpstr>Share Tech</vt:lpstr>
      <vt:lpstr>Nunito Light</vt:lpstr>
      <vt:lpstr>Wingdings</vt:lpstr>
      <vt:lpstr>Maven Pro</vt:lpstr>
      <vt:lpstr>Fira Sans Extra Condensed Medium</vt:lpstr>
      <vt:lpstr>Livvic Light</vt:lpstr>
      <vt:lpstr>Courier New</vt:lpstr>
      <vt:lpstr>Data Science Consulting by Slidesgo</vt:lpstr>
      <vt:lpstr>TRƯỜNG ĐẠI HỌC CÔNG NGHIỆP HÀ NỘI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công</dc:creator>
  <cp:lastModifiedBy>Nguyễn Hữu Thắng</cp:lastModifiedBy>
  <cp:revision>105</cp:revision>
  <dcterms:modified xsi:type="dcterms:W3CDTF">2026-05-11T16:18:00Z</dcterms:modified>
</cp:coreProperties>
</file>