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6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Be Vietnam Pro" panose="020B0604020202020204" charset="0"/>
      <p:bold r:id="rId11"/>
      <p:boldItalic r:id="rId12"/>
    </p:embeddedFont>
    <p:embeddedFont>
      <p:font typeface="Be Vietnam Pro Black" panose="020B0604020202020204" charset="0"/>
      <p:bold r:id="rId13"/>
      <p:boldItalic r:id="rId14"/>
    </p:embeddedFont>
    <p:embeddedFont>
      <p:font typeface="Roboto" panose="020000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87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722735" y="2052409"/>
            <a:ext cx="47917" cy="2204143"/>
          </a:xfrm>
          <a:prstGeom prst="rect">
            <a:avLst/>
          </a:prstGeom>
          <a:solidFill>
            <a:srgbClr val="FFCC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 txBox="1"/>
          <p:nvPr/>
        </p:nvSpPr>
        <p:spPr>
          <a:xfrm>
            <a:off x="872275" y="2052409"/>
            <a:ext cx="775925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FFCC4D"/>
                </a:solidFill>
                <a:latin typeface="Be Vietnam Pro Black"/>
                <a:ea typeface="Be Vietnam Pro Black"/>
                <a:cs typeface="Be Vietnam Pro Black"/>
                <a:sym typeface="Be Vietnam Pro Black"/>
              </a:rPr>
              <a:t>Click to add title</a:t>
            </a:r>
            <a:endParaRPr dirty="0"/>
          </a:p>
        </p:txBody>
      </p:sp>
      <p:sp>
        <p:nvSpPr>
          <p:cNvPr id="13" name="Google Shape;13;p2"/>
          <p:cNvSpPr txBox="1"/>
          <p:nvPr/>
        </p:nvSpPr>
        <p:spPr>
          <a:xfrm>
            <a:off x="872275" y="3125037"/>
            <a:ext cx="775925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SUBTITLE GOES HERE</a:t>
            </a:r>
            <a:endParaRPr dirty="0"/>
          </a:p>
        </p:txBody>
      </p:sp>
      <p:pic>
        <p:nvPicPr>
          <p:cNvPr id="14" name="Google Shape;14;p2" descr="A white letter on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7755" y="189955"/>
            <a:ext cx="1209040" cy="42403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/>
          <p:nvPr/>
        </p:nvSpPr>
        <p:spPr>
          <a:xfrm>
            <a:off x="8368983" y="6637476"/>
            <a:ext cx="373665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https://haui.edu.vn   |   © 2025 </a:t>
            </a:r>
            <a:r>
              <a:rPr lang="en-US" sz="8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Hanoi University of Industry </a:t>
            </a:r>
            <a:r>
              <a:rPr lang="en-US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All rights reserved</a:t>
            </a:r>
            <a:endParaRPr sz="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2">
  <p:cSld name="Title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3" descr="A blue and black logo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7753" y="189955"/>
            <a:ext cx="1209042" cy="42403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>
            <a:spLocks noGrp="1"/>
          </p:cNvSpPr>
          <p:nvPr>
            <p:ph type="ctrTitle"/>
          </p:nvPr>
        </p:nvSpPr>
        <p:spPr>
          <a:xfrm>
            <a:off x="1524000" y="1306287"/>
            <a:ext cx="9144000" cy="856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7"/>
              </a:buClr>
              <a:buSzPts val="4400"/>
              <a:buFont typeface="Be Vietnam Pro"/>
              <a:buNone/>
              <a:defRPr sz="4400" b="1" i="0" u="none" strike="noStrike" cap="none">
                <a:solidFill>
                  <a:srgbClr val="153C87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1524000" y="231584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C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153C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8368983" y="6637476"/>
            <a:ext cx="373665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153C88"/>
                </a:solidFill>
                <a:latin typeface="Roboto"/>
                <a:ea typeface="Roboto"/>
                <a:cs typeface="Roboto"/>
                <a:sym typeface="Roboto"/>
              </a:rPr>
              <a:t>https://haui.edu.vn   |   © 2025 </a:t>
            </a:r>
            <a:r>
              <a:rPr lang="en-US" sz="800" b="1">
                <a:solidFill>
                  <a:srgbClr val="153C88"/>
                </a:solidFill>
                <a:latin typeface="Roboto"/>
                <a:ea typeface="Roboto"/>
                <a:cs typeface="Roboto"/>
                <a:sym typeface="Roboto"/>
              </a:rPr>
              <a:t>Hanoi University of Industry </a:t>
            </a:r>
            <a:r>
              <a:rPr lang="en-US" sz="800">
                <a:solidFill>
                  <a:srgbClr val="153C88"/>
                </a:solidFill>
                <a:latin typeface="Roboto"/>
                <a:ea typeface="Roboto"/>
                <a:cs typeface="Roboto"/>
                <a:sym typeface="Roboto"/>
              </a:rPr>
              <a:t>All rights reserved</a:t>
            </a:r>
            <a:endParaRPr sz="800">
              <a:solidFill>
                <a:srgbClr val="153C8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224366" y="6651113"/>
            <a:ext cx="22436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3">
  <p:cSld name="Title 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ctrTitle"/>
          </p:nvPr>
        </p:nvSpPr>
        <p:spPr>
          <a:xfrm>
            <a:off x="1524000" y="1306287"/>
            <a:ext cx="9144000" cy="856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Be Vietnam Pro"/>
              <a:buNone/>
              <a:defRPr sz="4400" b="1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ubTitle" idx="1"/>
          </p:nvPr>
        </p:nvSpPr>
        <p:spPr>
          <a:xfrm>
            <a:off x="1524000" y="231584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/>
          <p:nvPr/>
        </p:nvSpPr>
        <p:spPr>
          <a:xfrm>
            <a:off x="8368983" y="6637476"/>
            <a:ext cx="373665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https://haui.edu.vn   |   © 2025 </a:t>
            </a:r>
            <a:r>
              <a:rPr lang="en-US" sz="8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Hanoi University of Industry </a:t>
            </a:r>
            <a:r>
              <a:rPr lang="en-US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All rights reserved</a:t>
            </a:r>
            <a:endParaRPr sz="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" name="Google Shape;26;p4" descr="A white letter on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7755" y="189955"/>
            <a:ext cx="1209040" cy="424034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4"/>
          <p:cNvSpPr txBox="1"/>
          <p:nvPr/>
        </p:nvSpPr>
        <p:spPr>
          <a:xfrm>
            <a:off x="224366" y="6651113"/>
            <a:ext cx="22436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picture">
  <p:cSld name="1 pictur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5" descr="A white and blue 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9018" y="351693"/>
            <a:ext cx="4043963" cy="5918478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 txBox="1">
            <a:spLocks noGrp="1"/>
          </p:cNvSpPr>
          <p:nvPr>
            <p:ph type="ctrTitle"/>
          </p:nvPr>
        </p:nvSpPr>
        <p:spPr>
          <a:xfrm>
            <a:off x="5489748" y="884256"/>
            <a:ext cx="5426111" cy="856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4800"/>
              <a:buFont typeface="Be Vietnam Pro"/>
              <a:buNone/>
              <a:defRPr sz="4800" b="1" i="0" u="none" strike="noStrike" cap="none">
                <a:solidFill>
                  <a:srgbClr val="153C88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1"/>
          </p:nvPr>
        </p:nvSpPr>
        <p:spPr>
          <a:xfrm>
            <a:off x="5489748" y="1893817"/>
            <a:ext cx="5426111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C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153C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2" name="Google Shape;32;p5" descr="A blue and black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61433" y="189955"/>
            <a:ext cx="1209042" cy="42403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5"/>
          <p:cNvSpPr txBox="1"/>
          <p:nvPr/>
        </p:nvSpPr>
        <p:spPr>
          <a:xfrm>
            <a:off x="119063" y="6637476"/>
            <a:ext cx="373665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https://haui.edu.vn   |   © 2025 </a:t>
            </a:r>
            <a:r>
              <a:rPr lang="en-US" sz="8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Hanoi University of Industry </a:t>
            </a:r>
            <a:r>
              <a:rPr lang="en-US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All rights reserved</a:t>
            </a:r>
            <a:endParaRPr sz="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5489539" y="3744595"/>
            <a:ext cx="5426111" cy="165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5"/>
          <p:cNvSpPr>
            <a:spLocks noGrp="1"/>
          </p:cNvSpPr>
          <p:nvPr>
            <p:ph type="pic" idx="3"/>
          </p:nvPr>
        </p:nvSpPr>
        <p:spPr>
          <a:xfrm>
            <a:off x="839788" y="352425"/>
            <a:ext cx="4043362" cy="59182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5"/>
          <p:cNvSpPr txBox="1"/>
          <p:nvPr/>
        </p:nvSpPr>
        <p:spPr>
          <a:xfrm>
            <a:off x="10313246" y="6651113"/>
            <a:ext cx="22436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ics">
  <p:cSld name="3 Pic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ctrTitle"/>
          </p:nvPr>
        </p:nvSpPr>
        <p:spPr>
          <a:xfrm>
            <a:off x="874207" y="2140298"/>
            <a:ext cx="3205424" cy="140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4800"/>
              <a:buFont typeface="Be Vietnam Pro"/>
              <a:buNone/>
              <a:defRPr sz="4800" b="1" i="0" u="none" strike="noStrike" cap="none">
                <a:solidFill>
                  <a:srgbClr val="153C88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ubTitle" idx="1"/>
          </p:nvPr>
        </p:nvSpPr>
        <p:spPr>
          <a:xfrm>
            <a:off x="874207" y="3680058"/>
            <a:ext cx="3205425" cy="2690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C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153C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0" name="Google Shape;40;p6" descr="A white and blue image of a mountai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6430" y="337436"/>
            <a:ext cx="2714011" cy="1854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6" descr="A white and blue image of a mountai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6428" y="2425412"/>
            <a:ext cx="2714011" cy="1854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6" descr="A white and blue image of a mountai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6429" y="4513387"/>
            <a:ext cx="2714011" cy="1854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6" descr="A blue and black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7753" y="189955"/>
            <a:ext cx="1209042" cy="424035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6"/>
          <p:cNvSpPr txBox="1"/>
          <p:nvPr/>
        </p:nvSpPr>
        <p:spPr>
          <a:xfrm>
            <a:off x="8368983" y="6637476"/>
            <a:ext cx="373665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153C88"/>
                </a:solidFill>
                <a:latin typeface="Roboto"/>
                <a:ea typeface="Roboto"/>
                <a:cs typeface="Roboto"/>
                <a:sym typeface="Roboto"/>
              </a:rPr>
              <a:t>https://haui.edu.vn   |   © 2025 </a:t>
            </a:r>
            <a:r>
              <a:rPr lang="en-US" sz="800" b="1">
                <a:solidFill>
                  <a:srgbClr val="153C88"/>
                </a:solidFill>
                <a:latin typeface="Roboto"/>
                <a:ea typeface="Roboto"/>
                <a:cs typeface="Roboto"/>
                <a:sym typeface="Roboto"/>
              </a:rPr>
              <a:t>Hanoi University of Industry </a:t>
            </a:r>
            <a:r>
              <a:rPr lang="en-US" sz="800">
                <a:solidFill>
                  <a:srgbClr val="153C88"/>
                </a:solidFill>
                <a:latin typeface="Roboto"/>
                <a:ea typeface="Roboto"/>
                <a:cs typeface="Roboto"/>
                <a:sym typeface="Roboto"/>
              </a:rPr>
              <a:t>All rights reserved</a:t>
            </a:r>
            <a:endParaRPr sz="800">
              <a:solidFill>
                <a:srgbClr val="153C8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2"/>
          </p:nvPr>
        </p:nvSpPr>
        <p:spPr>
          <a:xfrm>
            <a:off x="8310563" y="593312"/>
            <a:ext cx="3205162" cy="1343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C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153C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3"/>
          </p:nvPr>
        </p:nvSpPr>
        <p:spPr>
          <a:xfrm>
            <a:off x="8310563" y="2681288"/>
            <a:ext cx="3205162" cy="1343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C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153C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4"/>
          </p:nvPr>
        </p:nvSpPr>
        <p:spPr>
          <a:xfrm>
            <a:off x="8310563" y="4769264"/>
            <a:ext cx="3205162" cy="1343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C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153C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>
            <a:spLocks noGrp="1"/>
          </p:cNvSpPr>
          <p:nvPr>
            <p:ph type="pic" idx="5"/>
          </p:nvPr>
        </p:nvSpPr>
        <p:spPr>
          <a:xfrm>
            <a:off x="4815771" y="338138"/>
            <a:ext cx="2715329" cy="185420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6"/>
          <p:cNvSpPr>
            <a:spLocks noGrp="1"/>
          </p:cNvSpPr>
          <p:nvPr>
            <p:ph type="pic" idx="6"/>
          </p:nvPr>
        </p:nvSpPr>
        <p:spPr>
          <a:xfrm>
            <a:off x="4815771" y="2425290"/>
            <a:ext cx="2714011" cy="18542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6"/>
          <p:cNvSpPr>
            <a:spLocks noGrp="1"/>
          </p:cNvSpPr>
          <p:nvPr>
            <p:ph type="pic" idx="7"/>
          </p:nvPr>
        </p:nvSpPr>
        <p:spPr>
          <a:xfrm>
            <a:off x="4815771" y="4512442"/>
            <a:ext cx="2714010" cy="18542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6"/>
          <p:cNvSpPr txBox="1"/>
          <p:nvPr/>
        </p:nvSpPr>
        <p:spPr>
          <a:xfrm>
            <a:off x="224366" y="6651113"/>
            <a:ext cx="22436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eakers introduction">
  <p:cSld name="Speakers introduc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 descr="A white silhouette of a pers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52744" y="1995581"/>
            <a:ext cx="2287529" cy="228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7" descr="A white silhouette of a pers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52235" y="1995580"/>
            <a:ext cx="2287529" cy="228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7" descr="A white silhouette of a pers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1727" y="1995580"/>
            <a:ext cx="2287529" cy="228752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7"/>
          <p:cNvSpPr txBox="1">
            <a:spLocks noGrp="1"/>
          </p:cNvSpPr>
          <p:nvPr>
            <p:ph type="ctrTitle"/>
          </p:nvPr>
        </p:nvSpPr>
        <p:spPr>
          <a:xfrm>
            <a:off x="3382943" y="840908"/>
            <a:ext cx="5426111" cy="856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B4E"/>
              </a:buClr>
              <a:buSzPts val="4800"/>
              <a:buFont typeface="Be Vietnam Pro"/>
              <a:buNone/>
              <a:defRPr sz="4800" b="1" i="0" u="none" strike="noStrike" cap="none">
                <a:solidFill>
                  <a:srgbClr val="FFCB4E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57" name="Google Shape;57;p7" descr="A white letter on a black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7755" y="189955"/>
            <a:ext cx="1209040" cy="424034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/>
        </p:nvSpPr>
        <p:spPr>
          <a:xfrm>
            <a:off x="8368983" y="6637476"/>
            <a:ext cx="373665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https://haui.edu.vn   |   © 2025 </a:t>
            </a:r>
            <a:r>
              <a:rPr lang="en-US" sz="8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Hanoi University of Industry </a:t>
            </a:r>
            <a:r>
              <a:rPr lang="en-US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All rights reserved</a:t>
            </a:r>
            <a:endParaRPr sz="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7"/>
          <p:cNvSpPr txBox="1">
            <a:spLocks noGrp="1"/>
          </p:cNvSpPr>
          <p:nvPr>
            <p:ph type="body" idx="1"/>
          </p:nvPr>
        </p:nvSpPr>
        <p:spPr>
          <a:xfrm>
            <a:off x="881041" y="4586258"/>
            <a:ext cx="26289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body" idx="2"/>
          </p:nvPr>
        </p:nvSpPr>
        <p:spPr>
          <a:xfrm>
            <a:off x="8682498" y="4586258"/>
            <a:ext cx="26289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7"/>
          <p:cNvSpPr txBox="1">
            <a:spLocks noGrp="1"/>
          </p:cNvSpPr>
          <p:nvPr>
            <p:ph type="body" idx="3"/>
          </p:nvPr>
        </p:nvSpPr>
        <p:spPr>
          <a:xfrm>
            <a:off x="4933948" y="4586258"/>
            <a:ext cx="26289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Google Shape;62;p7"/>
          <p:cNvSpPr>
            <a:spLocks noGrp="1"/>
          </p:cNvSpPr>
          <p:nvPr>
            <p:ph type="pic" idx="4"/>
          </p:nvPr>
        </p:nvSpPr>
        <p:spPr>
          <a:xfrm>
            <a:off x="1050349" y="1995486"/>
            <a:ext cx="2287588" cy="2287587"/>
          </a:xfrm>
          <a:prstGeom prst="ellipse">
            <a:avLst/>
          </a:prstGeom>
          <a:noFill/>
          <a:ln>
            <a:noFill/>
          </a:ln>
        </p:spPr>
      </p:sp>
      <p:sp>
        <p:nvSpPr>
          <p:cNvPr id="63" name="Google Shape;63;p7"/>
          <p:cNvSpPr>
            <a:spLocks noGrp="1"/>
          </p:cNvSpPr>
          <p:nvPr>
            <p:ph type="pic" idx="5"/>
          </p:nvPr>
        </p:nvSpPr>
        <p:spPr>
          <a:xfrm>
            <a:off x="4953554" y="1995486"/>
            <a:ext cx="2287588" cy="2287587"/>
          </a:xfrm>
          <a:prstGeom prst="ellipse">
            <a:avLst/>
          </a:prstGeom>
          <a:noFill/>
          <a:ln>
            <a:noFill/>
          </a:ln>
        </p:spPr>
      </p:sp>
      <p:sp>
        <p:nvSpPr>
          <p:cNvPr id="64" name="Google Shape;64;p7"/>
          <p:cNvSpPr>
            <a:spLocks noGrp="1"/>
          </p:cNvSpPr>
          <p:nvPr>
            <p:ph type="pic" idx="6"/>
          </p:nvPr>
        </p:nvSpPr>
        <p:spPr>
          <a:xfrm>
            <a:off x="8852743" y="1995487"/>
            <a:ext cx="2287588" cy="2287587"/>
          </a:xfrm>
          <a:prstGeom prst="ellipse">
            <a:avLst/>
          </a:prstGeom>
          <a:noFill/>
          <a:ln>
            <a:noFill/>
          </a:ln>
        </p:spPr>
      </p:sp>
      <p:sp>
        <p:nvSpPr>
          <p:cNvPr id="65" name="Google Shape;65;p7"/>
          <p:cNvSpPr txBox="1"/>
          <p:nvPr/>
        </p:nvSpPr>
        <p:spPr>
          <a:xfrm>
            <a:off x="224366" y="6651113"/>
            <a:ext cx="22436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title &amp; 3 sub">
  <p:cSld name="1 title &amp; 3 sub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 txBox="1">
            <a:spLocks noGrp="1"/>
          </p:cNvSpPr>
          <p:nvPr>
            <p:ph type="ctrTitle"/>
          </p:nvPr>
        </p:nvSpPr>
        <p:spPr>
          <a:xfrm>
            <a:off x="874207" y="1242350"/>
            <a:ext cx="3205424" cy="140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4800"/>
              <a:buFont typeface="Be Vietnam Pro"/>
              <a:buNone/>
              <a:defRPr sz="4800" b="1" i="0" u="none" strike="noStrike" cap="none">
                <a:solidFill>
                  <a:srgbClr val="153C88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8" name="Google Shape;68;p8"/>
          <p:cNvSpPr txBox="1">
            <a:spLocks noGrp="1"/>
          </p:cNvSpPr>
          <p:nvPr>
            <p:ph type="subTitle" idx="1"/>
          </p:nvPr>
        </p:nvSpPr>
        <p:spPr>
          <a:xfrm>
            <a:off x="874207" y="2816548"/>
            <a:ext cx="3205425" cy="3212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C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153C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69" name="Google Shape;69;p8" descr="A blue and black logo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7753" y="189955"/>
            <a:ext cx="1209042" cy="42403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8368983" y="6637476"/>
            <a:ext cx="373665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153C88"/>
                </a:solidFill>
                <a:latin typeface="Roboto"/>
                <a:ea typeface="Roboto"/>
                <a:cs typeface="Roboto"/>
                <a:sym typeface="Roboto"/>
              </a:rPr>
              <a:t>https://haui.edu.vn   |   © 2025 </a:t>
            </a:r>
            <a:r>
              <a:rPr lang="en-US" sz="800" b="1">
                <a:solidFill>
                  <a:srgbClr val="153C88"/>
                </a:solidFill>
                <a:latin typeface="Roboto"/>
                <a:ea typeface="Roboto"/>
                <a:cs typeface="Roboto"/>
                <a:sym typeface="Roboto"/>
              </a:rPr>
              <a:t>Hanoi University of Industry </a:t>
            </a:r>
            <a:r>
              <a:rPr lang="en-US" sz="800">
                <a:solidFill>
                  <a:srgbClr val="153C88"/>
                </a:solidFill>
                <a:latin typeface="Roboto"/>
                <a:ea typeface="Roboto"/>
                <a:cs typeface="Roboto"/>
                <a:sym typeface="Roboto"/>
              </a:rPr>
              <a:t>All rights reserved</a:t>
            </a:r>
            <a:endParaRPr sz="800">
              <a:solidFill>
                <a:srgbClr val="153C8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" name="Google Shape;71;p8"/>
          <p:cNvSpPr txBox="1">
            <a:spLocks noGrp="1"/>
          </p:cNvSpPr>
          <p:nvPr>
            <p:ph type="body" idx="2"/>
          </p:nvPr>
        </p:nvSpPr>
        <p:spPr>
          <a:xfrm>
            <a:off x="4729425" y="1024656"/>
            <a:ext cx="6554874" cy="1509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C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153C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C88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153C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Google Shape;72;p8"/>
          <p:cNvSpPr txBox="1">
            <a:spLocks noGrp="1"/>
          </p:cNvSpPr>
          <p:nvPr>
            <p:ph type="body" idx="3"/>
          </p:nvPr>
        </p:nvSpPr>
        <p:spPr>
          <a:xfrm>
            <a:off x="4729425" y="2822976"/>
            <a:ext cx="6554874" cy="1509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C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153C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C88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153C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8"/>
          <p:cNvSpPr txBox="1">
            <a:spLocks noGrp="1"/>
          </p:cNvSpPr>
          <p:nvPr>
            <p:ph type="body" idx="4"/>
          </p:nvPr>
        </p:nvSpPr>
        <p:spPr>
          <a:xfrm>
            <a:off x="4729425" y="4621296"/>
            <a:ext cx="6554874" cy="1509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C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153C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C88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153C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8"/>
          <p:cNvSpPr txBox="1"/>
          <p:nvPr/>
        </p:nvSpPr>
        <p:spPr>
          <a:xfrm>
            <a:off x="224366" y="6651113"/>
            <a:ext cx="22436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0"/>
          <p:cNvSpPr/>
          <p:nvPr/>
        </p:nvSpPr>
        <p:spPr>
          <a:xfrm>
            <a:off x="722735" y="2052409"/>
            <a:ext cx="47917" cy="2204143"/>
          </a:xfrm>
          <a:prstGeom prst="rect">
            <a:avLst/>
          </a:prstGeom>
          <a:solidFill>
            <a:srgbClr val="FFCC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0"/>
          <p:cNvSpPr txBox="1"/>
          <p:nvPr/>
        </p:nvSpPr>
        <p:spPr>
          <a:xfrm>
            <a:off x="872275" y="2052409"/>
            <a:ext cx="775925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5400" b="1">
                <a:solidFill>
                  <a:srgbClr val="FFCC4D"/>
                </a:solidFill>
                <a:latin typeface="Be Vietnam Pro Black"/>
                <a:ea typeface="Be Vietnam Pro Black"/>
                <a:cs typeface="Be Vietnam Pro Black"/>
                <a:sym typeface="Be Vietnam Pro Black"/>
              </a:rPr>
              <a:t>DỒ ÁN TỐT NGHIỆP</a:t>
            </a:r>
            <a:endParaRPr dirty="0"/>
          </a:p>
        </p:txBody>
      </p:sp>
      <p:sp>
        <p:nvSpPr>
          <p:cNvPr id="83" name="Google Shape;83;p10"/>
          <p:cNvSpPr txBox="1"/>
          <p:nvPr/>
        </p:nvSpPr>
        <p:spPr>
          <a:xfrm>
            <a:off x="872275" y="3125037"/>
            <a:ext cx="775925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SUBTITLE GOES HERE</a:t>
            </a:r>
            <a:endParaRPr dirty="0"/>
          </a:p>
        </p:txBody>
      </p:sp>
      <p:sp>
        <p:nvSpPr>
          <p:cNvPr id="84" name="Google Shape;84;p10"/>
          <p:cNvSpPr txBox="1"/>
          <p:nvPr/>
        </p:nvSpPr>
        <p:spPr>
          <a:xfrm>
            <a:off x="8368983" y="6637476"/>
            <a:ext cx="373665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https://haui.edu.vn   |   © </a:t>
            </a:r>
            <a:r>
              <a:rPr lang="vi-VN" sz="8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2026</a:t>
            </a:r>
            <a:r>
              <a:rPr lang="en-US" sz="8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8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Hanoi University of Industry </a:t>
            </a:r>
            <a:r>
              <a:rPr lang="en-US" sz="8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All rights reserved</a:t>
            </a:r>
            <a:endParaRPr sz="8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 txBox="1">
            <a:spLocks noGrp="1"/>
          </p:cNvSpPr>
          <p:nvPr>
            <p:ph type="ctrTitle"/>
          </p:nvPr>
        </p:nvSpPr>
        <p:spPr>
          <a:xfrm>
            <a:off x="1524000" y="1306287"/>
            <a:ext cx="9144000" cy="856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7"/>
              </a:buClr>
              <a:buSzPts val="4400"/>
              <a:buFont typeface="Be Vietnam Pro"/>
              <a:buNone/>
            </a:pPr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subTitle" idx="1"/>
          </p:nvPr>
        </p:nvSpPr>
        <p:spPr>
          <a:xfrm>
            <a:off x="1524000" y="231584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>
            <a:spLocks noGrp="1"/>
          </p:cNvSpPr>
          <p:nvPr>
            <p:ph type="ctrTitle"/>
          </p:nvPr>
        </p:nvSpPr>
        <p:spPr>
          <a:xfrm>
            <a:off x="1524000" y="1306287"/>
            <a:ext cx="9144000" cy="856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Be Vietnam Pro"/>
              <a:buNone/>
            </a:pPr>
            <a:endParaRPr/>
          </a:p>
        </p:txBody>
      </p:sp>
      <p:sp>
        <p:nvSpPr>
          <p:cNvPr id="96" name="Google Shape;96;p12"/>
          <p:cNvSpPr txBox="1">
            <a:spLocks noGrp="1"/>
          </p:cNvSpPr>
          <p:nvPr>
            <p:ph type="subTitle" idx="1"/>
          </p:nvPr>
        </p:nvSpPr>
        <p:spPr>
          <a:xfrm>
            <a:off x="1524000" y="231584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>
            <a:spLocks noGrp="1"/>
          </p:cNvSpPr>
          <p:nvPr>
            <p:ph type="ctrTitle"/>
          </p:nvPr>
        </p:nvSpPr>
        <p:spPr>
          <a:xfrm>
            <a:off x="5489748" y="884256"/>
            <a:ext cx="5426111" cy="856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4800"/>
              <a:buFont typeface="Be Vietnam Pro"/>
              <a:buNone/>
            </a:pPr>
            <a:endParaRPr dirty="0"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1"/>
          </p:nvPr>
        </p:nvSpPr>
        <p:spPr>
          <a:xfrm>
            <a:off x="5489748" y="1893817"/>
            <a:ext cx="5426111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1800"/>
              <a:buNone/>
            </a:pPr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body" idx="2"/>
          </p:nvPr>
        </p:nvSpPr>
        <p:spPr>
          <a:xfrm>
            <a:off x="5489539" y="3744595"/>
            <a:ext cx="5426111" cy="165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/>
          </a:p>
        </p:txBody>
      </p:sp>
      <p:sp>
        <p:nvSpPr>
          <p:cNvPr id="104" name="Google Shape;104;p13"/>
          <p:cNvSpPr>
            <a:spLocks noGrp="1"/>
          </p:cNvSpPr>
          <p:nvPr>
            <p:ph type="pic" idx="3"/>
          </p:nvPr>
        </p:nvSpPr>
        <p:spPr>
          <a:xfrm>
            <a:off x="839788" y="352425"/>
            <a:ext cx="4043362" cy="5918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/>
          <p:cNvSpPr txBox="1">
            <a:spLocks noGrp="1"/>
          </p:cNvSpPr>
          <p:nvPr>
            <p:ph type="ctrTitle"/>
          </p:nvPr>
        </p:nvSpPr>
        <p:spPr>
          <a:xfrm>
            <a:off x="874207" y="2140298"/>
            <a:ext cx="3205424" cy="140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4800"/>
              <a:buFont typeface="Be Vietnam Pro"/>
              <a:buNone/>
            </a:pPr>
            <a:endParaRPr/>
          </a:p>
        </p:txBody>
      </p:sp>
      <p:sp>
        <p:nvSpPr>
          <p:cNvPr id="110" name="Google Shape;110;p14"/>
          <p:cNvSpPr txBox="1">
            <a:spLocks noGrp="1"/>
          </p:cNvSpPr>
          <p:nvPr>
            <p:ph type="subTitle" idx="1"/>
          </p:nvPr>
        </p:nvSpPr>
        <p:spPr>
          <a:xfrm>
            <a:off x="874207" y="3680058"/>
            <a:ext cx="3205425" cy="2690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1800"/>
              <a:buNone/>
            </a:pPr>
            <a:endParaRPr/>
          </a:p>
        </p:txBody>
      </p:sp>
      <p:sp>
        <p:nvSpPr>
          <p:cNvPr id="111" name="Google Shape;111;p14"/>
          <p:cNvSpPr txBox="1">
            <a:spLocks noGrp="1"/>
          </p:cNvSpPr>
          <p:nvPr>
            <p:ph type="body" idx="2"/>
          </p:nvPr>
        </p:nvSpPr>
        <p:spPr>
          <a:xfrm>
            <a:off x="8310563" y="593312"/>
            <a:ext cx="3205162" cy="1343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1800"/>
              <a:buNone/>
            </a:pPr>
            <a:endParaRPr/>
          </a:p>
        </p:txBody>
      </p:sp>
      <p:sp>
        <p:nvSpPr>
          <p:cNvPr id="112" name="Google Shape;112;p14"/>
          <p:cNvSpPr txBox="1">
            <a:spLocks noGrp="1"/>
          </p:cNvSpPr>
          <p:nvPr>
            <p:ph type="body" idx="3"/>
          </p:nvPr>
        </p:nvSpPr>
        <p:spPr>
          <a:xfrm>
            <a:off x="8310563" y="2681288"/>
            <a:ext cx="3205162" cy="1343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1800"/>
              <a:buNone/>
            </a:pPr>
            <a:endParaRPr/>
          </a:p>
        </p:txBody>
      </p:sp>
      <p:sp>
        <p:nvSpPr>
          <p:cNvPr id="113" name="Google Shape;113;p14"/>
          <p:cNvSpPr txBox="1">
            <a:spLocks noGrp="1"/>
          </p:cNvSpPr>
          <p:nvPr>
            <p:ph type="body" idx="4"/>
          </p:nvPr>
        </p:nvSpPr>
        <p:spPr>
          <a:xfrm>
            <a:off x="8310563" y="4769264"/>
            <a:ext cx="3205162" cy="1343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1800"/>
              <a:buNone/>
            </a:pPr>
            <a:endParaRPr/>
          </a:p>
        </p:txBody>
      </p:sp>
      <p:sp>
        <p:nvSpPr>
          <p:cNvPr id="114" name="Google Shape;114;p14"/>
          <p:cNvSpPr>
            <a:spLocks noGrp="1"/>
          </p:cNvSpPr>
          <p:nvPr>
            <p:ph type="pic" idx="5"/>
          </p:nvPr>
        </p:nvSpPr>
        <p:spPr>
          <a:xfrm>
            <a:off x="4815771" y="338138"/>
            <a:ext cx="2715329" cy="1854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Google Shape;115;p14"/>
          <p:cNvSpPr>
            <a:spLocks noGrp="1"/>
          </p:cNvSpPr>
          <p:nvPr>
            <p:ph type="pic" idx="6"/>
          </p:nvPr>
        </p:nvSpPr>
        <p:spPr>
          <a:xfrm>
            <a:off x="4815771" y="2425290"/>
            <a:ext cx="2714011" cy="1854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Google Shape;116;p14"/>
          <p:cNvSpPr>
            <a:spLocks noGrp="1"/>
          </p:cNvSpPr>
          <p:nvPr>
            <p:ph type="pic" idx="7"/>
          </p:nvPr>
        </p:nvSpPr>
        <p:spPr>
          <a:xfrm>
            <a:off x="4815771" y="4512442"/>
            <a:ext cx="2714010" cy="1854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/>
          <p:cNvSpPr txBox="1">
            <a:spLocks noGrp="1"/>
          </p:cNvSpPr>
          <p:nvPr>
            <p:ph type="ctrTitle"/>
          </p:nvPr>
        </p:nvSpPr>
        <p:spPr>
          <a:xfrm>
            <a:off x="3382943" y="840908"/>
            <a:ext cx="5426111" cy="856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B4E"/>
              </a:buClr>
              <a:buSzPts val="4800"/>
              <a:buFont typeface="Be Vietnam Pro"/>
              <a:buNone/>
            </a:pPr>
            <a:endParaRPr/>
          </a:p>
        </p:txBody>
      </p:sp>
      <p:sp>
        <p:nvSpPr>
          <p:cNvPr id="122" name="Google Shape;122;p15"/>
          <p:cNvSpPr txBox="1">
            <a:spLocks noGrp="1"/>
          </p:cNvSpPr>
          <p:nvPr>
            <p:ph type="body" idx="1"/>
          </p:nvPr>
        </p:nvSpPr>
        <p:spPr>
          <a:xfrm>
            <a:off x="881041" y="4586258"/>
            <a:ext cx="26289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/>
          </a:p>
        </p:txBody>
      </p:sp>
      <p:sp>
        <p:nvSpPr>
          <p:cNvPr id="123" name="Google Shape;123;p15"/>
          <p:cNvSpPr txBox="1">
            <a:spLocks noGrp="1"/>
          </p:cNvSpPr>
          <p:nvPr>
            <p:ph type="body" idx="2"/>
          </p:nvPr>
        </p:nvSpPr>
        <p:spPr>
          <a:xfrm>
            <a:off x="8682498" y="4586258"/>
            <a:ext cx="26289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/>
          </a:p>
        </p:txBody>
      </p:sp>
      <p:sp>
        <p:nvSpPr>
          <p:cNvPr id="124" name="Google Shape;124;p15"/>
          <p:cNvSpPr txBox="1">
            <a:spLocks noGrp="1"/>
          </p:cNvSpPr>
          <p:nvPr>
            <p:ph type="body" idx="3"/>
          </p:nvPr>
        </p:nvSpPr>
        <p:spPr>
          <a:xfrm>
            <a:off x="4933948" y="4586258"/>
            <a:ext cx="26289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/>
          </a:p>
        </p:txBody>
      </p:sp>
      <p:sp>
        <p:nvSpPr>
          <p:cNvPr id="125" name="Google Shape;125;p15"/>
          <p:cNvSpPr>
            <a:spLocks noGrp="1"/>
          </p:cNvSpPr>
          <p:nvPr>
            <p:ph type="pic" idx="4"/>
          </p:nvPr>
        </p:nvSpPr>
        <p:spPr>
          <a:xfrm>
            <a:off x="1050349" y="1995486"/>
            <a:ext cx="2287588" cy="2287587"/>
          </a:xfrm>
          <a:prstGeom prst="ellipse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Google Shape;126;p15"/>
          <p:cNvSpPr>
            <a:spLocks noGrp="1"/>
          </p:cNvSpPr>
          <p:nvPr>
            <p:ph type="pic" idx="5"/>
          </p:nvPr>
        </p:nvSpPr>
        <p:spPr>
          <a:xfrm>
            <a:off x="4953554" y="1995486"/>
            <a:ext cx="2287588" cy="2287587"/>
          </a:xfrm>
          <a:prstGeom prst="ellipse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Google Shape;127;p15"/>
          <p:cNvSpPr>
            <a:spLocks noGrp="1"/>
          </p:cNvSpPr>
          <p:nvPr>
            <p:ph type="pic" idx="6"/>
          </p:nvPr>
        </p:nvSpPr>
        <p:spPr>
          <a:xfrm>
            <a:off x="8852743" y="1995487"/>
            <a:ext cx="2287588" cy="2287587"/>
          </a:xfrm>
          <a:prstGeom prst="ellipse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6"/>
          <p:cNvSpPr txBox="1">
            <a:spLocks noGrp="1"/>
          </p:cNvSpPr>
          <p:nvPr>
            <p:ph type="ctrTitle"/>
          </p:nvPr>
        </p:nvSpPr>
        <p:spPr>
          <a:xfrm>
            <a:off x="874207" y="1242350"/>
            <a:ext cx="3205424" cy="140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4800"/>
              <a:buFont typeface="Be Vietnam Pro"/>
              <a:buNone/>
            </a:pPr>
            <a:endParaRPr/>
          </a:p>
        </p:txBody>
      </p:sp>
      <p:sp>
        <p:nvSpPr>
          <p:cNvPr id="133" name="Google Shape;133;p16"/>
          <p:cNvSpPr txBox="1">
            <a:spLocks noGrp="1"/>
          </p:cNvSpPr>
          <p:nvPr>
            <p:ph type="subTitle" idx="1"/>
          </p:nvPr>
        </p:nvSpPr>
        <p:spPr>
          <a:xfrm>
            <a:off x="874207" y="2816548"/>
            <a:ext cx="3205425" cy="3212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1800"/>
              <a:buNone/>
            </a:pPr>
            <a:endParaRPr/>
          </a:p>
        </p:txBody>
      </p:sp>
      <p:sp>
        <p:nvSpPr>
          <p:cNvPr id="134" name="Google Shape;134;p16"/>
          <p:cNvSpPr txBox="1">
            <a:spLocks noGrp="1"/>
          </p:cNvSpPr>
          <p:nvPr>
            <p:ph type="body" idx="2"/>
          </p:nvPr>
        </p:nvSpPr>
        <p:spPr>
          <a:xfrm>
            <a:off x="4729425" y="1024656"/>
            <a:ext cx="6554874" cy="1509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2400"/>
              <a:buNone/>
            </a:pPr>
            <a:endParaRPr/>
          </a:p>
        </p:txBody>
      </p:sp>
      <p:sp>
        <p:nvSpPr>
          <p:cNvPr id="135" name="Google Shape;135;p16"/>
          <p:cNvSpPr txBox="1">
            <a:spLocks noGrp="1"/>
          </p:cNvSpPr>
          <p:nvPr>
            <p:ph type="body" idx="3"/>
          </p:nvPr>
        </p:nvSpPr>
        <p:spPr>
          <a:xfrm>
            <a:off x="4729425" y="2822976"/>
            <a:ext cx="6554874" cy="1509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2400"/>
              <a:buNone/>
            </a:pPr>
            <a:endParaRPr/>
          </a:p>
        </p:txBody>
      </p:sp>
      <p:sp>
        <p:nvSpPr>
          <p:cNvPr id="136" name="Google Shape;136;p16"/>
          <p:cNvSpPr txBox="1">
            <a:spLocks noGrp="1"/>
          </p:cNvSpPr>
          <p:nvPr>
            <p:ph type="body" idx="4"/>
          </p:nvPr>
        </p:nvSpPr>
        <p:spPr>
          <a:xfrm>
            <a:off x="4729425" y="4621296"/>
            <a:ext cx="6554874" cy="1509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C88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25</Words>
  <Application>Microsoft Office PowerPoint</Application>
  <PresentationFormat>Widescreen</PresentationFormat>
  <Paragraphs>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Roboto</vt:lpstr>
      <vt:lpstr>Be Vietnam Pro Black</vt:lpstr>
      <vt:lpstr>Arial</vt:lpstr>
      <vt:lpstr>Be Vietnam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Nguyễn Hữu Thắng</cp:lastModifiedBy>
  <cp:revision>3</cp:revision>
  <dcterms:modified xsi:type="dcterms:W3CDTF">2026-05-06T04:30:46Z</dcterms:modified>
</cp:coreProperties>
</file>